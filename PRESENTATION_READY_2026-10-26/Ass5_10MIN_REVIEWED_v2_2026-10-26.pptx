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88424368484d39" /><Relationship Type="http://schemas.openxmlformats.org/officeDocument/2006/relationships/extended-properties" Target="/docProps/app.xml" Id="R1b52a53fa7a440f3" /><Relationship Type="http://schemas.openxmlformats.org/officeDocument/2006/relationships/officeDocument" Target="/ppt/presentation.xml" Id="R1aa86ef2b5e54814" /></Relationships>
</file>

<file path=ppt/presentation.xml><?xml version="1.0" encoding="utf-8"?>
<p:presentation xmlns:p="http://schemas.openxmlformats.org/presentationml/2006/main">
  <p:sldMasterIdLst>
    <p:sldMasterId xmlns:r="http://schemas.openxmlformats.org/officeDocument/2006/relationships" id="2147483648" r:id="R75e4680f6c4848b2"/>
  </p:sldMasterIdLst>
  <p:notesMasterIdLst>
    <p:notesMasterId xmlns:r="http://schemas.openxmlformats.org/officeDocument/2006/relationships" r:id="Rc9f5d994278240b0"/>
  </p:notesMasterIdLst>
  <p:sldIdLst>
    <p:sldId xmlns:r="http://schemas.openxmlformats.org/officeDocument/2006/relationships" id="256" r:id="Rfa927e8bbff44ced"/>
    <p:sldId xmlns:r="http://schemas.openxmlformats.org/officeDocument/2006/relationships" id="257" r:id="Rb4a855e271b14855"/>
    <p:sldId xmlns:r="http://schemas.openxmlformats.org/officeDocument/2006/relationships" id="258" r:id="Rc00e8b7c0beb4423"/>
    <p:sldId xmlns:r="http://schemas.openxmlformats.org/officeDocument/2006/relationships" id="259" r:id="Rf36db48db9204182"/>
    <p:sldId xmlns:r="http://schemas.openxmlformats.org/officeDocument/2006/relationships" id="260" r:id="R7244ff52a88f440d"/>
    <p:sldId xmlns:r="http://schemas.openxmlformats.org/officeDocument/2006/relationships" id="261" r:id="R43af969c3a8e455c"/>
    <p:sldId xmlns:r="http://schemas.openxmlformats.org/officeDocument/2006/relationships" id="262" r:id="R6d27ab84c2de4d6e"/>
    <p:sldId xmlns:r="http://schemas.openxmlformats.org/officeDocument/2006/relationships" id="263" r:id="R6d9bc4de3200408a"/>
    <p:sldId xmlns:r="http://schemas.openxmlformats.org/officeDocument/2006/relationships" id="264" r:id="R8696ebf21d704c9d"/>
    <p:sldId xmlns:r="http://schemas.openxmlformats.org/officeDocument/2006/relationships" id="265" r:id="R6d2b6f969ccc45f4"/>
    <p:sldId xmlns:r="http://schemas.openxmlformats.org/officeDocument/2006/relationships" id="266" r:id="R94919b9c4641493b"/>
    <p:sldId xmlns:r="http://schemas.openxmlformats.org/officeDocument/2006/relationships" id="267" r:id="Raffecf458f094419"/>
    <p:sldId xmlns:r="http://schemas.openxmlformats.org/officeDocument/2006/relationships" id="268" r:id="R2baf11681bb34b54"/>
    <p:sldId xmlns:r="http://schemas.openxmlformats.org/officeDocument/2006/relationships" id="269" r:id="R395dc9d6e3cc4280"/>
    <p:sldId xmlns:r="http://schemas.openxmlformats.org/officeDocument/2006/relationships" id="270" r:id="R928873a226494229"/>
    <p:sldId xmlns:r="http://schemas.openxmlformats.org/officeDocument/2006/relationships" id="271" r:id="R1e54e5b1cf93497b"/>
    <p:sldId xmlns:r="http://schemas.openxmlformats.org/officeDocument/2006/relationships" id="272" r:id="R3a7e32ffa68b42c0"/>
    <p:sldId xmlns:r="http://schemas.openxmlformats.org/officeDocument/2006/relationships" id="273" r:id="Rfc18e5b5cfc347ab"/>
    <p:sldId xmlns:r="http://schemas.openxmlformats.org/officeDocument/2006/relationships" id="274" r:id="R72e9417729f941e3"/>
    <p:sldId xmlns:r="http://schemas.openxmlformats.org/officeDocument/2006/relationships" id="275" r:id="R3f510e29769e467e"/>
    <p:sldId xmlns:r="http://schemas.openxmlformats.org/officeDocument/2006/relationships" id="276" r:id="Raf30ceca343e4165"/>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134e5961b034efc" /><Relationship Type="http://schemas.openxmlformats.org/officeDocument/2006/relationships/slideMaster" Target="/ppt/slideMasters/slideMaster1.xml" Id="R75e4680f6c4848b2" /><Relationship Type="http://schemas.openxmlformats.org/officeDocument/2006/relationships/notesMaster" Target="/ppt/notesMasters/notesMaster1.xml" Id="Rc9f5d994278240b0" /><Relationship Type="http://schemas.openxmlformats.org/officeDocument/2006/relationships/presProps" Target="/ppt/presProps.xml" Id="R7cb62ac023fe42c9" /><Relationship Type="http://schemas.openxmlformats.org/officeDocument/2006/relationships/viewProps" Target="/ppt/viewProps.xml" Id="Rf05ce67e507941f4" /><Relationship Type="http://schemas.openxmlformats.org/officeDocument/2006/relationships/tableStyles" Target="/ppt/tableStyles.xml" Id="Rd53974f8dd024b8c" /><Relationship Type="http://schemas.openxmlformats.org/officeDocument/2006/relationships/slide" Target="/ppt/slides/slide1.xml" Id="Rfa927e8bbff44ced" /><Relationship Type="http://schemas.openxmlformats.org/officeDocument/2006/relationships/slide" Target="/ppt/slides/slide2.xml" Id="Rb4a855e271b14855" /><Relationship Type="http://schemas.openxmlformats.org/officeDocument/2006/relationships/slide" Target="/ppt/slides/slide3.xml" Id="Rc00e8b7c0beb4423" /><Relationship Type="http://schemas.openxmlformats.org/officeDocument/2006/relationships/slide" Target="/ppt/slides/slide4.xml" Id="Rf36db48db9204182" /><Relationship Type="http://schemas.openxmlformats.org/officeDocument/2006/relationships/slide" Target="/ppt/slides/slide5.xml" Id="R7244ff52a88f440d" /><Relationship Type="http://schemas.openxmlformats.org/officeDocument/2006/relationships/slide" Target="/ppt/slides/slide6.xml" Id="R43af969c3a8e455c" /><Relationship Type="http://schemas.openxmlformats.org/officeDocument/2006/relationships/slide" Target="/ppt/slides/slide7.xml" Id="R6d27ab84c2de4d6e" /><Relationship Type="http://schemas.openxmlformats.org/officeDocument/2006/relationships/slide" Target="/ppt/slides/slide8.xml" Id="R6d9bc4de3200408a" /><Relationship Type="http://schemas.openxmlformats.org/officeDocument/2006/relationships/slide" Target="/ppt/slides/slide9.xml" Id="R8696ebf21d704c9d" /><Relationship Type="http://schemas.openxmlformats.org/officeDocument/2006/relationships/slide" Target="/ppt/slides/slide10.xml" Id="R6d2b6f969ccc45f4" /><Relationship Type="http://schemas.openxmlformats.org/officeDocument/2006/relationships/slide" Target="/ppt/slides/slide11.xml" Id="R94919b9c4641493b" /><Relationship Type="http://schemas.openxmlformats.org/officeDocument/2006/relationships/slide" Target="/ppt/slides/slide12.xml" Id="Raffecf458f094419" /><Relationship Type="http://schemas.openxmlformats.org/officeDocument/2006/relationships/slide" Target="/ppt/slides/slide13.xml" Id="R2baf11681bb34b54" /><Relationship Type="http://schemas.openxmlformats.org/officeDocument/2006/relationships/slide" Target="/ppt/slides/slide14.xml" Id="R395dc9d6e3cc4280" /><Relationship Type="http://schemas.openxmlformats.org/officeDocument/2006/relationships/slide" Target="/ppt/slides/slide15.xml" Id="R928873a226494229" /><Relationship Type="http://schemas.openxmlformats.org/officeDocument/2006/relationships/slide" Target="/ppt/slides/slide16.xml" Id="R1e54e5b1cf93497b" /><Relationship Type="http://schemas.openxmlformats.org/officeDocument/2006/relationships/slide" Target="/ppt/slides/slide17.xml" Id="R3a7e32ffa68b42c0" /><Relationship Type="http://schemas.openxmlformats.org/officeDocument/2006/relationships/slide" Target="/ppt/slides/slide18.xml" Id="Rfc18e5b5cfc347ab" /><Relationship Type="http://schemas.openxmlformats.org/officeDocument/2006/relationships/slide" Target="/ppt/slides/slide19.xml" Id="R72e9417729f941e3" /><Relationship Type="http://schemas.openxmlformats.org/officeDocument/2006/relationships/slide" Target="/ppt/slides/slide20.xml" Id="R3f510e29769e467e" /><Relationship Type="http://schemas.openxmlformats.org/officeDocument/2006/relationships/slide" Target="/ppt/slides/slide21.xml" Id="Raf30ceca343e41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ec24508bcc49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6518fe93934ccf" /><Relationship Type="http://schemas.openxmlformats.org/officeDocument/2006/relationships/notesMaster" Target="/ppt/notesMasters/notesMaster1.xml" Id="R9954d928ebb848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c56389f42641dc" /><Relationship Type="http://schemas.openxmlformats.org/officeDocument/2006/relationships/notesMaster" Target="/ppt/notesMasters/notesMaster1.xml" Id="R84151ef7a7f149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52cc38c79b4dd3" /><Relationship Type="http://schemas.openxmlformats.org/officeDocument/2006/relationships/notesMaster" Target="/ppt/notesMasters/notesMaster1.xml" Id="R0bedd2bd049d40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8ec334278446c8" /><Relationship Type="http://schemas.openxmlformats.org/officeDocument/2006/relationships/notesMaster" Target="/ppt/notesMasters/notesMaster1.xml" Id="R19774f4de6f040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1b684026fb43e0" /><Relationship Type="http://schemas.openxmlformats.org/officeDocument/2006/relationships/notesMaster" Target="/ppt/notesMasters/notesMaster1.xml" Id="R0d3f850f28f344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88076f77c34486" /><Relationship Type="http://schemas.openxmlformats.org/officeDocument/2006/relationships/notesMaster" Target="/ppt/notesMasters/notesMaster1.xml" Id="Rd8e15c128a4547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cb541e62364ded" /><Relationship Type="http://schemas.openxmlformats.org/officeDocument/2006/relationships/notesMaster" Target="/ppt/notesMasters/notesMaster1.xml" Id="R0fd6dba0fd5b4e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1ef7d07da941b6" /><Relationship Type="http://schemas.openxmlformats.org/officeDocument/2006/relationships/notesMaster" Target="/ppt/notesMasters/notesMaster1.xml" Id="R4c81e05611da41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b2f4fd9ef84d07" /><Relationship Type="http://schemas.openxmlformats.org/officeDocument/2006/relationships/notesMaster" Target="/ppt/notesMasters/notesMaster1.xml" Id="Rb81173eb103b44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3d62a080a74766" /><Relationship Type="http://schemas.openxmlformats.org/officeDocument/2006/relationships/notesMaster" Target="/ppt/notesMasters/notesMaster1.xml" Id="R13a7483029524e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4b91f2bd554496" /><Relationship Type="http://schemas.openxmlformats.org/officeDocument/2006/relationships/notesMaster" Target="/ppt/notesMasters/notesMaster1.xml" Id="Rc57f8b67d26347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06efef6d8a480e" /><Relationship Type="http://schemas.openxmlformats.org/officeDocument/2006/relationships/notesMaster" Target="/ppt/notesMasters/notesMaster1.xml" Id="R9cb720955d7241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282cdecc244871" /><Relationship Type="http://schemas.openxmlformats.org/officeDocument/2006/relationships/notesMaster" Target="/ppt/notesMasters/notesMaster1.xml" Id="R587b77b7078244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36754469faf4b69" /><Relationship Type="http://schemas.openxmlformats.org/officeDocument/2006/relationships/notesMaster" Target="/ppt/notesMasters/notesMaster1.xml" Id="Rc2a55f94f1aa41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6bf94d74c0459f" /><Relationship Type="http://schemas.openxmlformats.org/officeDocument/2006/relationships/notesMaster" Target="/ppt/notesMasters/notesMaster1.xml" Id="R943897bac71143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2fb3680ae34916" /><Relationship Type="http://schemas.openxmlformats.org/officeDocument/2006/relationships/notesMaster" Target="/ppt/notesMasters/notesMaster1.xml" Id="Rb9585e3d142d46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74f2a1397d48d6" /><Relationship Type="http://schemas.openxmlformats.org/officeDocument/2006/relationships/notesMaster" Target="/ppt/notesMasters/notesMaster1.xml" Id="R193024332cc24c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936caba0204cae" /><Relationship Type="http://schemas.openxmlformats.org/officeDocument/2006/relationships/notesMaster" Target="/ppt/notesMasters/notesMaster1.xml" Id="R1ff4ab25388045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c128bc46364b55" /><Relationship Type="http://schemas.openxmlformats.org/officeDocument/2006/relationships/notesMaster" Target="/ppt/notesMasters/notesMaster1.xml" Id="Rb63a4c372c2f49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4a5ddc9dec4595" /><Relationship Type="http://schemas.openxmlformats.org/officeDocument/2006/relationships/notesMaster" Target="/ppt/notesMasters/notesMaster1.xml" Id="Re42d78cc315b48e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f324adedcd94b6b" /><Relationship Type="http://schemas.openxmlformats.org/officeDocument/2006/relationships/notesMaster" Target="/ppt/notesMasters/notesMaster1.xml" Id="R36896427d74441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 | เปิดเรื่อง (25 วินาที)</a:t>
            </a:r>
          </a:p>
          <a:p xmlns:a="http://schemas.openxmlformats.org/drawingml/2006/main">
            <a:r>
              <a:t/>
            </a:r>
          </a:p>
          <a:p xmlns:a="http://schemas.openxmlformats.org/drawingml/2006/main">
            <a:r>
              <a:t>บทพูดหลักในเวลา 10 นาที</a:t>
            </a:r>
          </a:p>
          <a:p xmlns:a="http://schemas.openxmlformats.org/drawingml/2006/main">
            <a:r>
              <a:t>สวัสดีครับ ผมนายธนบดี เริ่มรักสกุล และนายณัชพล เพ็งพล โครงงาน SCS3-4 กลุ่มสอบ SCS3 ที่ปรึกษาคือ ผศ.บุญทรัพย์ ไวคำครับ งานนี้พัฒนาระบบกลางในบ้านเพื่อสกัดข้อมูลซื้อสินค้าด้วย AI ภายในเครื่อง วันนี้นำเสนอความก้าวหน้าบน PC ก่อนมีบอร์ดครับ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**ชื่อโครงงาน** — สวัสดีครับ ผมนายณัชพล เพ็งพล และนายธนบดี เริ่มรักสกุล นำเสนอโครงงานหมายเลข SCS3-4 กลุ่มสอบ SCS3 อาจารย์ที่ปรึกษาคือ ผศ.บุญทรัพย์ ไวคำ โครงงานศึกษาระบบประสาทส่วนกลางอัจฉริยะในที่พักอาศัย โดยเริ่มจากภาพใบซื้อสินค้าและแปลงเป็นข้อมูลที่ตรวจสอบและใช้ต่อได้ วันนี้จะเริ่มจากกรอบระบบและฐานวิชาการเดิม แล้วนำเสนอผลทดลองเพิ่มเติมบน PC</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2 | ที่มา (20 วินาที)</a:t>
            </a:r>
          </a:p>
          <a:p xmlns:a="http://schemas.openxmlformats.org/drawingml/2006/main">
            <a:r>
              <a:t/>
            </a:r>
          </a:p>
          <a:p xmlns:a="http://schemas.openxmlformats.org/drawingml/2006/main">
            <a:r>
              <a:t>บทพูดหลักในเวลา 10 นาที</a:t>
            </a:r>
          </a:p>
          <a:p xmlns:a="http://schemas.openxmlformats.org/drawingml/2006/main">
            <a:r>
              <a:t>ใบซื้อสินค้ามีข้อมูลที่นำไปใช้ต่อได้ แต่ภาพและข้อความหลากหลาย เราจึงศึกษาการประมวลผลภายในบ้าน โดยให้ความสำคัญกับข้อมูลส่วนตัว เวลา และทรัพยากร ทั้งสามเรื่องยังต้องวัดจริง และยังไม่ได้เปรียบเทียบกับคลาวด์ครับ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**ที่มา (45 วินาที)** — ความเป็นส่วนตัว เวลา และต้นทุนของการประมวลผลในบ้านเป็นเหตุผลในการออกแบบ ทั้งสามเรื่องต้องวัดจริง เรายังไม่ได้พิสูจน์ว่าเร็วหรือถูกกว่าคลาวด์ ภาพใบซื้อสินค้าต่างร้าน ภาษา และแสง จึงเป็นข้อมูลกรณีศึกษาที่ใช้เริ่มตรวจความเป็นไปได้บนเครื่องจำกัด</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3 | e-Senses (20 วินาที)</a:t>
            </a:r>
          </a:p>
          <a:p xmlns:a="http://schemas.openxmlformats.org/drawingml/2006/main">
            <a:r>
              <a:t/>
            </a:r>
          </a:p>
          <a:p xmlns:a="http://schemas.openxmlformats.org/drawingml/2006/main">
            <a:r>
              <a:t>บทพูดหลักในเวลา 10 นาที</a:t>
            </a:r>
          </a:p>
          <a:p xmlns:a="http://schemas.openxmlformats.org/drawingml/2006/main">
            <a:r>
              <a:t>e-Senses เป็นกรอบระบบรวม ส่วนที่ทดลองตอนนี้คือ e-Eye ใช้ภาพใบซื้อสินค้าเป็นข้อมูลเริ่มต้น ขณะที่ e-Nose และ e-Skin เป็นแนวคิดต่อยอด ยังไม่มีผลทดลองครับ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**ภาพรวม e-Senses (55 วินาที)** — e-Senses เป็นภาพสถาปัตยกรรมระดับบนตามคำแนะนำอาจารย์ e-Eye หมายถึงข้อมูลภาพ e-Nose และ e-Skin เป็นตัวอย่างช่องข้อมูลที่ระบบกลางอาจรับในอนาคต งานทดลองของโครงงานนี้เลือก e-Eye เพราะมีภาพใบซื้อสินค้าจริงให้เริ่มวัดได้ เรายังไม่ได้สร้างหรือทดสอบ e-Nose และ e-Skin</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4 | วัตถุประสงค์ (15 วินาที)</a:t>
            </a:r>
          </a:p>
          <a:p xmlns:a="http://schemas.openxmlformats.org/drawingml/2006/main">
            <a:r>
              <a:t/>
            </a:r>
          </a:p>
          <a:p xmlns:a="http://schemas.openxmlformats.org/drawingml/2006/main">
            <a:r>
              <a:t>บทพูดหลักในเวลา 10 นาที</a:t>
            </a:r>
          </a:p>
          <a:p xmlns:a="http://schemas.openxmlformats.org/drawingml/2006/main">
            <a:r>
              <a:t>เป้าหมายคือสกัดภาพเป็นข้อมูลที่ตรวจสอบได้ วัดความถูกต้องและทรัพยากร แล้วส่งเข้าระบบบ้าน ตอนนี้มีต้นแบบบน PC แต่ยังไม่มีคะแนนเนื้อหา JSON และผลบน NPU 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**วัตถุประสงค์และขอบเขต** — เป้าหมายยังเป็นระบบ e-Senses และกระบวนการสามชั้นจากฐานเดิม วันนี้มีผลตรวจภาพ ข้อความหนึ่งรอบ OCR การสร้าง JSON และเดโมถึง Home Assistant แล้ว แต่คะแนนความถูกต้องเนื้อหา JSON และผลบน NPU ยังไม่มี การผ่านรูปแบบและการส่งสำเร็จจึงเป็นความก้าวหน้าคนละส่วนกับความแม่นยำของข้อมูล</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5 | ฐานวรรณกรรม (15 วินาที)</a:t>
            </a:r>
          </a:p>
          <a:p xmlns:a="http://schemas.openxmlformats.org/drawingml/2006/main">
            <a:r>
              <a:t/>
            </a:r>
          </a:p>
          <a:p xmlns:a="http://schemas.openxmlformats.org/drawingml/2006/main">
            <a:r>
              <a:t>บทพูดหลักในเวลา 10 นาที</a:t>
            </a:r>
          </a:p>
          <a:p xmlns:a="http://schemas.openxmlformats.org/drawingml/2006/main">
            <a:r>
              <a:t>จากบัญชีคัดกรองเดิม 57 รายการ เราเลือก 12 ฉบับมาสังเคราะห์ในรายงาน โดย 11 ฉบับอยู่ในกรอบหลัก และอีกหนึ่งฉบับสนับสนุนแนวคิดข้ามศาสตร์ครับ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**ฐานวรรณกรรม (45 วินาที)** — ก่อนเริ่มทดลองเราได้ทำรายงานทบทวนวรรณกรรม 32 หน้า จาก 57 รายการในกลุ่มที่เกี่ยวข้องโดยตรง มี 37 รายการที่ผ่านสถานะ Scopus เบื้องต้น และคงไว้ 35 รายการหลังตรวจซ้ำรวมหนึ่งรายการที่มีข้อสงวน ก่อนเลือก 12 ฉบับในรายงาน โดย 11 ฉบับอยู่ในกรอบสามมิติ ส่วนงานอุปกรณ์สวมใส่ทางการแพทย์เป็นหนึ่งใน 12 ฉบับนี้และใช้สนับสนุนแนวคิดข้ามศาสตร์ ผลนี้ช่วยกำหนดคำถามและตัววัด ไม่ได้เป็นการทดสอบต้นแบบ</a:t>
            </a:r>
          </a:p>
          <a:p xmlns:a="http://schemas.openxmlformats.org/drawingml/2006/main">
            <a:r>
              <a:t> ตัวเลขนี้เป็นประวัติการคัดกรองในบัญชีเดิม ข้อสงวนหนึ่งรายการหมายถึง A Survey on LLM Edge-Intelligence: Recent Advances and Open Challenges ซึ่งบัญชีเดิมให้ใช้เฉพาะการอภิปรายและงานอนาคต ไม่ใช้เป็นหลักฐานหลัก รายการนี้ไม่ใช่หนึ่งใน 12 ฉบับที่นำมาสังเคราะห์ในรายงาน</a:t>
            </a:r>
          </a:p>
          <a:p xmlns:a="http://schemas.openxmlformats.org/drawingml/2006/main">
            <a:r>
              <a:t>หลักฐาน: รายงาน Ass4 และบันทึกการคัดกรองวรรณกรรมของโครงงาน จำนวนที่คัดกรองเป็นผลของผู้จัดทำ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6 | สามมิติ (15 วินาที)</a:t>
            </a:r>
          </a:p>
          <a:p xmlns:a="http://schemas.openxmlformats.org/drawingml/2006/main">
            <a:r>
              <a:t/>
            </a:r>
          </a:p>
          <a:p xmlns:a="http://schemas.openxmlformats.org/drawingml/2006/main">
            <a:r>
              <a:t>บทพูดหลักในเวลา 10 นาที</a:t>
            </a:r>
          </a:p>
          <a:p xmlns:a="http://schemas.openxmlformats.org/drawingml/2006/main">
            <a:r>
              <a:t>ฐานวิชาการแบ่งเป็นสามมิติ คือโมเดลกับฮาร์ดแวร์ การสร้างข้อมูลตามโครงสร้าง และการเชื่อมระบบบ้าน ใช้กำหนดตัวแปรและตัววัดของงานเราครับ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**สามมิติ (55 วินาที)** — จากงานวิจัยที่ทบทวน เราสังเคราะห์เป็นสามมิติ Husom และ Giedra ช่วยตั้งวิธีวัดความถูกต้องคู่กับเวลา RAM และพลังงาน SGLang ให้แนวคิดการบังคับรูปแบบ JSON ส่วนงาน ESP32/MQTT กับการพยากรณ์อนุกรมเวลาเป็นฐานของระบบบ้าน เราใช้สิ่งเหล่านี้กำหนดการทดลองของตัวเอง ไม่ยกคะแนนหรือความเร็วจากบทความมาเป็นผลโครงงาน</a:t>
            </a:r>
          </a:p>
          <a:p xmlns:a="http://schemas.openxmlformats.org/drawingml/2006/main">
            <a:r>
              <a:t> รหัส P1 ถึง P12 ที่ใต้กลุ่มเป็นลำดับบทความในรายงานทบทวนวรรณกรรมเดิม ส่วน P5 เป็นงานสนับสนุนข้ามศาสตร์ที่กล่าวในหน้าก่อน</a:t>
            </a:r>
          </a:p>
          <a:p xmlns:a="http://schemas.openxmlformats.org/drawingml/2006/main">
            <a:r>
              <a:t>หลักฐาน: Husom et al. https://doi.org/10.1145/3767742; Giedra et al. https://www.mdpi.com/2079-9292/15/11/2451; SGLang https://proceedings.neurips.cc/paper_files/paper/2024/hash/724be4472168f31ba1c9ac630f15dec8-Abstract-Conference.html; Sawalha et al. https://www.mdpi.com/2624-831X/6/3/39; Serepas et al. https://www.mdpi.com/2073-431X/14/9/391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7 | ข้อจำกัดการเทียบ (10 วินาที)</a:t>
            </a:r>
          </a:p>
          <a:p xmlns:a="http://schemas.openxmlformats.org/drawingml/2006/main">
            <a:r>
              <a:t/>
            </a:r>
          </a:p>
          <a:p xmlns:a="http://schemas.openxmlformats.org/drawingml/2006/main">
            <a:r>
              <a:t>บทพูดหลักในเวลา 10 นาที</a:t>
            </a:r>
          </a:p>
          <a:p xmlns:a="http://schemas.openxmlformats.org/drawingml/2006/main">
            <a:r>
              <a:t>งานเหล่านี้ใช้อุปกรณ์และโจทย์ต่างกัน จึงนำคะแนนจากบทความมาแทนผลของระบบเราโดยตรงไม่ได้ครับ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**จุดร่วมและความต่าง (40 วินาที)** — งานในชุดที่ทบทวนมีแนวโน้มร่วมว่าการบีบอัดช่วยลดภาระทรัพยากรและการประมวลผลใกล้ข้อมูลช่วยควบคุมข้อมูลส่วนตัว แต่ใช้ฮาร์ดแวร์และโจทย์ต่างกันมาก บางระบบยังพึ่งคลาวด์บางส่วน เราจึงไม่ยกตัวเลขจากบทความมาแทนผลบนระบบบ้านของเรา</a:t>
            </a:r>
          </a:p>
          <a:p xmlns:a="http://schemas.openxmlformats.org/drawingml/2006/main">
            <a:r>
              <a:t>หลักฐาน: ShadowNPU https://arxiv.org/abs/2508.16703; Hybe https://pure.kaist.ac.kr/en/publications/hybe-gpu-npu-hybrid-system-for-efficient-llm-inference-with-milli/; EdgeLLM https://doi.org/10.1109/ICWS62655.2024.00099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8 | คำถามวิจัย (10 วินาที)</a:t>
            </a:r>
          </a:p>
          <a:p xmlns:a="http://schemas.openxmlformats.org/drawingml/2006/main">
            <a:r>
              <a:t/>
            </a:r>
          </a:p>
          <a:p xmlns:a="http://schemas.openxmlformats.org/drawingml/2006/main">
            <a:r>
              <a:t>บทพูดหลักในเวลา 10 นาที</a:t>
            </a:r>
          </a:p>
          <a:p xmlns:a="http://schemas.openxmlformats.org/drawingml/2006/main">
            <a:r>
              <a:t>เราจึงศึกษาว่า เมื่อต่อทุกขั้นเข้าด้วยกัน ความผิดพลาดของข้อมูลกับต้นทุนประมวลผลจะเปลี่ยนอย่างไรครับ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**ช่องว่างที่ศึกษา (40 วินาที)** — คำถามของเราคือเมื่อต่อหลายขั้นเข้าด้วยกันบนเครื่องขนาดจำกัด ความผิดพลาดและทรัพยากรเปลี่ยนอย่างไร ผล e-Eye ที่จะเล่าต่อไปเป็นเพียงหลักฐานเริ่มต้นของคำถามนี้</a:t>
            </a:r>
          </a:p>
          <a:p xmlns:a="http://schemas.openxmlformats.org/drawingml/2006/main">
            <a:r>
              <a:t>หลักฐาน: DocOwl2 https://aclanthology.org/2025.acl-long.291/; SGLang https://proceedings.neurips.cc/paper_files/paper/2024/hash/724be4472168f31ba1c9ac630f15dec8-Abstract-Conference.html; Zheng et al. https://arxiv.org/abs/2410.11845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9 | สถาปัตยกรรม (25 วินาที)</a:t>
            </a:r>
          </a:p>
          <a:p xmlns:a="http://schemas.openxmlformats.org/drawingml/2006/main">
            <a:r>
              <a:t/>
            </a:r>
          </a:p>
          <a:p xmlns:a="http://schemas.openxmlformats.org/drawingml/2006/main">
            <a:r>
              <a:t>บทพูดหลักในเวลา 10 นาที</a:t>
            </a:r>
          </a:p>
          <a:p xmlns:a="http://schemas.openxmlformats.org/drawingml/2006/main">
            <a:r>
              <a:t>ระบบแบ่งเป็นสามชั้น ตรวจกรอบและอ่านข้อความ ใช้โมเดลภาษาในเครื่องสร้าง JSON แล้วให้ผู้ใช้ตรวจยืนยันก่อนส่งผ่าน MQTT ไป Home Assistant ข้อมูลใบเสร็จบอกการซื้อเข้า การหาอัตราการใช้ยังต้องมีข้อมูลเพิ่มเติมครับ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**สถาปัตยกรรมสามชั้น** — ชั้นแรกตรวจกรอบและอ่านข้อความจากภาพ ชั้นที่สองให้โมเดลภาษาในเครื่องสร้าง JSON แล้วตรวจ schema ชั้นสุดท้ายให้ผู้ใช้ตรวจยืนยันและส่งข้อมูลซื้อเข้าสู่ Home Assistant ทั้งสามชั้นมีต้นแบบเชื่อมกันบน PC แล้ว การคำนวณอัตราการใช้ยังต้องมีข้อมูลคงเหลือเพิ่มเติม</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10 | หน้าตาระบบ (15 วินาที)</a:t>
            </a:r>
          </a:p>
          <a:p xmlns:a="http://schemas.openxmlformats.org/drawingml/2006/main">
            <a:r>
              <a:t/>
            </a:r>
          </a:p>
          <a:p xmlns:a="http://schemas.openxmlformats.org/drawingml/2006/main">
            <a:r>
              <a:t>บทพูดหลักในเวลา 10 นาที</a:t>
            </a:r>
          </a:p>
          <a:p xmlns:a="http://schemas.openxmlformats.org/drawingml/2006/main">
            <a:r>
              <a:t>หน้านี้เป็นข้อมูลสมมติให้เห็นหน้าตารายการที่ผู้ใช้ตรวจแก้ได้ ส่วนผลจากภาพจริงจะอยู่ในช่วงเดโมครับ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**หน้าตาระบบ** — ตัวอย่างร้าน ข้าว และนมในหน้านี้เป็นข้อมูลสมมติสำหรับอธิบายสิ่งที่ผู้ใช้จะเห็น ระบบต้องแสดงรายการที่ตรวจแก้ได้ก่อนส่งเข้าบ้านอัจฉริยะ ต่อไปจะเห็นผลจากภาพจริงในช่วงเดโม จึงไม่ควรนำยอด 150 บาทในตัวอย่างนี้ไปอ้างเป็นผลทดสอบ</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11 | ชุดภาพ (20 วินาที)</a:t>
            </a:r>
          </a:p>
          <a:p xmlns:a="http://schemas.openxmlformats.org/drawingml/2006/main">
            <a:r>
              <a:t/>
            </a:r>
          </a:p>
          <a:p xmlns:a="http://schemas.openxmlformats.org/drawingml/2006/main">
            <a:r>
              <a:t>บทพูดหลักในเวลา 10 นาที</a:t>
            </a:r>
          </a:p>
          <a:p xmlns:a="http://schemas.openxmlformats.org/drawingml/2006/main">
            <a:r>
              <a:t>รับข้อมูล 124 ไฟล์ เหลือภาพไม่ซ้ำระดับไฟล์ 113 ภาพ และคัดผู้สมัครใบซื้อสินค้า 59 ภาพ สำหรับ YOLO ใช้ฝึก 38 ตรวจ 10 ภาพส่งเพิ่มเดิม 6 และกันออก 5 ภาพครับ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**ข้อมูล 59 ภาพ (50 วินาที)** — เรารับภาพ 124 ไฟล์ เหลือภาพไม่ซ้ำระดับ SHA-256 จำนวน 113 และคัดเป็นผู้สมัครใบซื้อสินค้า 59 ภาพ เราตรวจข้อมูลและทิศตัวหนังสือครบทุกภาพแล้ว สำหรับ YOLO แบ่ง 59 เป็นภาพชุดแรก 48 ภาพ (ฝึก 38 ตรวจ 10) ภาพส่งเพิ่มเดิม 6 ภาพไว้ทดสอบ และกันออก 5 ภาพเพราะหลายเอกสารหรือความเสี่ยงใกล้ซ้ำ ดังนั้นคะแนนที่เห็นต่อไปไม่ได้วัดจากทั้ง 59 ภาพ และภาพหนึ่งใบไม่เท่ากับธุรกรรมอิสระหนึ่งรายการ</a:t>
            </a:r>
          </a:p>
          <a:p xmlns:a="http://schemas.openxmlformats.org/drawingml/2006/main">
            <a:r>
              <a:t> ภาพส่งเพิ่มเดิมหกภาพนี้เป็นหลักฐานย้อนหลัง ส่วนชุดภาพต่างฉากใหม่สำหรับการทดสอบสุดท้ายยังไม่ได้ทดลอง</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12 | ข้อมูลภาพ (15 วินาที)</a:t>
            </a:r>
          </a:p>
          <a:p xmlns:a="http://schemas.openxmlformats.org/drawingml/2006/main">
            <a:r>
              <a:t/>
            </a:r>
          </a:p>
          <a:p xmlns:a="http://schemas.openxmlformats.org/drawingml/2006/main">
            <a:r>
              <a:t>บทพูดหลักในเวลา 10 นาที</a:t>
            </a:r>
          </a:p>
          <a:p xmlns:a="http://schemas.openxmlformats.org/drawingml/2006/main">
            <a:r>
              <a:t>ในชุดมีภาพเอกสารพิมพ์ 41 และเขียนมือ 18 ภาพ กราฟนี้แสดงลักษณะภาพ ส่วนจำนวนชื่อสินค้าที่ถอดครบด้านล่างเป็นผลตรวจเดิมคนละขอบเขตกับข้อความรอบล่าสุดครับ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**ข้อมูลภาพครบชุด** — ใน 59 ภาพ มีเอกสารพิมพ์ 41 ภาพและเขียนมือ 18 ภาพ รูปภาพเป็นแนวตั้ง 38 และแนวนอน 21 ซึ่งนับจากรูปทรงภาพ ไม่ใช่ทิศตัวอักษร ค่าความสว่างมัธยฐาน 173.9 จาก 255 คำนวณทั้งภาพรวมพื้นหลัง จึงไม่ได้บอกความแม่นยำ OCR โดยตรง ผลชื่อสินค้า 12 ภาพครบ 45 ภาพไม่ครบและสองภาพไม่มีบรรทัดชื่อสินค้าเป็นการตรวจเดิม ข้อความทุกบรรทัดที่ผู้จัดทำบันทึกรอบล่าสุดครบ 59 ภาพแสดงหน้าถัดไป</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ธนบดี | หน้า 13 | ข้อความอ้างอิงและส่งต่อ (25 วินาที)</a:t>
            </a:r>
          </a:p>
          <a:p xmlns:a="http://schemas.openxmlformats.org/drawingml/2006/main">
            <a:r>
              <a:t/>
            </a:r>
          </a:p>
          <a:p xmlns:a="http://schemas.openxmlformats.org/drawingml/2006/main">
            <a:r>
              <a:t>บทพูดหลักในเวลา 10 นาที</a:t>
            </a:r>
          </a:p>
          <a:p xmlns:a="http://schemas.openxmlformats.org/drawingml/2006/main">
            <a:r>
              <a:t>ปัจจุบันบันทึกข้อความหนึ่งรอบครบ 59 ภาพ แต่ใช้เทียบ CER เพียง 24 ภาพที่ผ่านเกณฑ์ อีก 35 ภาพมีข้อความไม่ครบหรือจัดรูปแบบใหม่ และยังไม่ถือว่าเป็น 59 ธุรกรรมอิสระครับ ต่อไปคุณณัชพลจะอธิบายผลทดลองและเดโมครับ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**จำนวนภาพและข้อความอ้างอิง** — รวบรวมไว้ 59 ภาพ และมีข้อความจากการตรวจหนึ่งรอบ 59 ภาพ ข้อความบางภาพอ่านได้ไม่ครบหรือจัดเป็นตารางใหม่ จึงเก็บไว้ทั้งหมด แต่ใช้เทียบ CER เต็มข้อความเฉพาะ 24 ภาพตามเกณฑ์ที่ประกาศ อีก 35 ภาพไม่รวมในคะแนนนี้ บันทึกครบทั้งชุดแล้ว จำนวนภาพยังไม่ใช่จำนวนธุรกรรมอิสระ ผลเก่าที่กล่าวถึงชื่อสินค้าครบ 12 ภาพเป็นการตรวจอีกขอบเขตหนึ่ง</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14 | YOLO (25 วินาที)</a:t>
            </a:r>
          </a:p>
          <a:p xmlns:a="http://schemas.openxmlformats.org/drawingml/2006/main">
            <a:r>
              <a:t/>
            </a:r>
          </a:p>
          <a:p xmlns:a="http://schemas.openxmlformats.org/drawingml/2006/main">
            <a:r>
              <a:t>บทพูดหลักในเวลา 10 นาที</a:t>
            </a:r>
          </a:p>
          <a:p xmlns:a="http://schemas.openxmlformats.org/drawingml/2006/main">
            <a:r>
              <a:t>ครับ ผลตรวจจับใช้ mAP ที่ IoU 0.5 ยิ่งสูงยิ่งดี ชุดตรวจฉากเดิมได้ 0.928 ส่วนหกภาพส่งเพิ่มเดิมได้ 0.237 เมื่อหมุนให้อ่านตรงได้ 0.714 ผลนี้แสดงว่าทิศภาพมีผล แต่ยังสรุปความแม่นยำของทั้ง 59 ภาพไม่ได้ครับ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**ผล YOLO (60 วินาที)** — YOLO ใช้หากรอบใบซื้อสินค้า คะแนน mAP@0.5 อยู่ระหว่าง 0 ถึง 1 โดยสูงดีกว่า เราฝึกบน PC ด้วย 38 ภาพ ตรวจ 10 ภาพฉากเดิมที่ไม่ใช้ฝึกได้ 0.928 และตรวจ 6 ภาพส่งเพิ่มเดิมด้วยโมเดลเดิมได้ 0.237 ภาพส่งเพิ่มหกภาพนี้ตะแคงทั้งหมด เมื่อลองหมุนภาพและกรอบเฉลยให้อ่านตรงโดยไม่ฝึกเพิ่ม คะแนนเพิ่มเป็น 0.714 แสดงว่าโมเดลไวต่อทิศภาพในชุดเล็ก แต่ฉากและแสงก็ต่างกัน จึงยังระบุสาเหตุเดียวหรือสรุปคะแนนของทั้ง 59 ภาพไม่ได้</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15 | OCR (25 วินาที)</a:t>
            </a:r>
          </a:p>
          <a:p xmlns:a="http://schemas.openxmlformats.org/drawingml/2006/main">
            <a:r>
              <a:t/>
            </a:r>
          </a:p>
          <a:p xmlns:a="http://schemas.openxmlformats.org/drawingml/2006/main">
            <a:r>
              <a:t>บทพูดหลักในเวลา 10 นาที</a:t>
            </a:r>
          </a:p>
          <a:p xmlns:a="http://schemas.openxmlformats.org/drawingml/2006/main">
            <a:r>
              <a:t>เทียบ OCR บน 24 ภาพ รวมข้อความอ้างอิง 28,011 ตัวอักษร EasyOCR มี CER 82.36 เปอร์เซ็นต์ และ Tesseract 94.57 เปอร์เซ็นต์ ค่านี้คือความผิดพลาด ไม่ใช่ความแม่นยำ ผลยังผิดสูงและเป็นการวัดเชิงพรรณนาจากข้อความตรวจหนึ่งรอบครับ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**ผล OCR** — CER คืออัตราความผิดพลาดตัวอักษร ซึ่งต่ำกว่าหมายถึงผิดน้อย ในชุด 24 ภาพ EasyOCR ได้ 82.36% และ Tesseract 94.57% ตัวเลขนี้ไม่ใช่เปอร์เซ็นต์ความแม่นยำ ทั้งคู่ยังผิดพลาดสูง และข้อความอ้างอิงตรวจเพียงหนึ่งรอบ ผลนี้จึงช่วยระบุปัญหา แต่ยังไม่พิสูจน์ประสิทธิภาพทั่วไป Tesseract ใช้ผลรันใหม่หลังแก้การอ่านไฟล์ TSV แล้ว ก่อนคำนวณตัดเฉพาะป้ายอ้างอิง [cite: N] ซึ่งไม่ใช่ข้อความในภาพ แล้วปรับ Unicode และช่องว่างตามวิธีเดียวกันทั้งสองเครื่องมือ โดยเก็บข้อความดิบไว้</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16 | ตัวอย่างกรอบ (10 วินาที)</a:t>
            </a:r>
          </a:p>
          <a:p xmlns:a="http://schemas.openxmlformats.org/drawingml/2006/main">
            <a:r>
              <a:t/>
            </a:r>
          </a:p>
          <a:p xmlns:a="http://schemas.openxmlformats.org/drawingml/2006/main">
            <a:r>
              <a:t>บทพูดหลักในเวลา 10 นาที</a:t>
            </a:r>
          </a:p>
          <a:p xmlns:a="http://schemas.openxmlformats.org/drawingml/2006/main">
            <a:r>
              <a:t>หน้านี้แสดงกรอบจากภาพจริง ค่า 0.981 เป็น confidence ของกรอบในภาพตัวอย่าง ไม่ใช่ความถูกต้องของ OCR หรือทั้งระบบครับ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**เดโม (60–90 วินาที)** — สไลด์แสดงภาพใบซื้อสินค้าจริงจากชุดตรวจฉากเดิมคู่กับผลตรวจจับของโมเดล YOLOv8n รอบที่ฝึก 38 ภาพ บน PC CPU ตั้งเกณฑ์แสดงผล confidence 0.80 จึงเห็นหนึ่งกรอบที่ confidence 0.981 ภาพนี้เป็นตัวอย่างที่เลือกมาเพื่ออธิบายขั้นตอน ไม่ใช่ผลทดสอบต่างฉาก เดโมในหน้านี้แสดงเฉพาะขั้นตรวจกรอบ ส่วนเดโมครบกระบวนการถึง Home Assistant อยู่ในสไลด์ 18 หากมีเวลาให้รันสคริปต์เดโมสดด้วยภาพเดียวกัน</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17 | Local LLM (30 วินาที)</a:t>
            </a:r>
          </a:p>
          <a:p xmlns:a="http://schemas.openxmlformats.org/drawingml/2006/main">
            <a:r>
              <a:t/>
            </a:r>
          </a:p>
          <a:p xmlns:a="http://schemas.openxmlformats.org/drawingml/2006/main">
            <a:r>
              <a:t>บทพูดหลักในเวลา 10 นาที</a:t>
            </a:r>
          </a:p>
          <a:p xmlns:a="http://schemas.openxmlformats.org/drawingml/2006/main">
            <a:r>
              <a:t>ทดลอง Qwen3 สองขนาด สองระดับ quantization กับข้อความสองแหล่ง และเปิดปิด grammar รวม 288 รอบ ตารางนับคำตอบที่ผ่าน schema การบังคับรูปแบบช่วยในหลายเงื่อนไขแต่ยังมีรอบไม่ผ่าน และยังไม่ได้วัดว่าชื่อสินค้าหรือยอดเงินถูกจริงครับ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**Local LLM และ schema** — ตารางแสดงจำนวนครั้งที่ JSON ตรง schema ต่อจำนวนครั้งที่รันจริง ใช้ภาพเดิม 6 ภาพ ข้อความสองแหล่ง โมเดลสองขนาด สองระดับบีบอัด และเปิดปิด grammar รันซ้ำสามรอบ รวมแผน 288 ครั้ง ขณะสร้างไฟล์นี้มี 288 ครั้ง การรันซ้ำใช้วัดเวลา ไม่เพิ่มจำนวนภาพ ข้อควรระวังคือ null หรือรายการว่างอาจผ่าน schema ได้ เราจึงยังไม่อ้างความถูกต้องชื่อสินค้าและยอดเงิน และ Q4 แปลงต่อจาก Q8 ไม่ได้เริ่มจาก BF16 หกภาพถูกเลือกตามความยาวข้อความจาก checkpoint ที่บันทึก 55 ภาพก่อนดูผลโมเดล และตรึงข้อความไว้ การเติมสี่ภาพท้ายทำให้ชุดข้อความรวมครบ 59 ภาพ แต่ไม่ได้เปลี่ยนชุดย่อย LLM ให้เป็นตัวแทนแบบสุ่มของทั้งชุด ผลตรวจคำตอบดิบพบการถูกตัดที่เพดาน 2,048 tokens 6 ครั้ง ในจำนวนนี้เปิด grammar 3 ครั้ง การบังคับรูปแบบจึงยังต้องตรวจว่าคำตอบจบครบก่อนใช้งาน ทุกครั้งยังรวมอยู่ในตัวหาร</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18 | เกริ่นและเปิดคลิป (15 วินาที + คลิปไม่เกิน 2 นาที)</a:t>
            </a:r>
          </a:p>
          <a:p xmlns:a="http://schemas.openxmlformats.org/drawingml/2006/main">
            <a:r>
              <a:t/>
            </a:r>
          </a:p>
          <a:p xmlns:a="http://schemas.openxmlformats.org/drawingml/2006/main">
            <a:r>
              <a:t>บทพูดหลักในเวลา 10 นาที</a:t>
            </a:r>
          </a:p>
          <a:p xmlns:a="http://schemas.openxmlformats.org/drawingml/2006/main">
            <a:r>
              <a:t>ตารางนี้เป็นค่าดิบจากการทดสอบการส่ง ส่วนเดโมต่อไปจะแสดงภาพ ข้อความที่อ่านได้ การตรวจแก้ และการเชื่อมถึง Home Assistant บน PC ครับ</a:t>
            </a:r>
          </a:p>
          <a:p xmlns:a="http://schemas.openxmlformats.org/drawingml/2006/main">
            <a:r>
              <a:t/>
            </a:r>
          </a:p>
          <a:p xmlns:a="http://schemas.openxmlformats.org/drawingml/2006/main">
            <a:r>
              <a:t>**เลือกคำเปิดให้ตรงสิ่งที่แสดง:** ถ้ามีคลิปที่ตรวจแล้ว พูดว่า “ขอเปิดคลิปที่บันทึกไว้ครับ” ถ้าใช้ผลบันทึกในเบราว์เซอร์ พูดว่า “ขอเปิดผลย้อนหลังจากรอบที่ระบบบันทึกไว้ครับ” และหากเป็นผล Robot ต้องบอกว่าเป็นข้อมูลสังเคราะห์สำหรับทดสอบการส่ง</a:t>
            </a:r>
          </a:p>
          <a:p xmlns:a="http://schemas.openxmlformats.org/drawingml/2006/main">
            <a:r>
              <a:t/>
            </a:r>
          </a:p>
          <a:p xmlns:a="http://schemas.openxmlformats.org/drawingml/2006/main">
            <a:r>
              <a:t>**ใช้คู่มือ DEMO_2_MIN_RUNBOOK.md จำกัดช่วงสาธิต 2 นาที เมื่อจบกลับสไลด์ 19 คลิปยังต้องอัด/ตรวจจริงก่อนเลือกวิธีคลิป**</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**เดโมครบกระบวนการ** — เปิดเดโมที่ http://127.0.0.1:8090/demo และใช้รายการผลรันที่เตรียมไว้ แสดงภาพต้นฉบับ กรอบ ข้อความ OCR และ JSON ก่อนดูสถานะส่งและค่าใน Home Assistant ตารางนี้เป็นค่าที่ระบบรับจริงจากสามภาพ แต่ยังไม่ใช่เฉลยที่รับรองว่ารายการถูกทุกช่อง ชุดทดสอบใช้การยืนยันอัตโนมัติแทนมนุษย์เพื่อวัดทางเทคนิค และมีการตรวจการส่งซ้ำกับกรณี broker หยุด หากเดโมสดไม่พร้อมให้ใช้หลักฐานผลรันนี้โดยบอกว่าเป็นผลบันทึก</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19 | เวลาและหน่วยความจำ (40 วินาที)</a:t>
            </a:r>
          </a:p>
          <a:p xmlns:a="http://schemas.openxmlformats.org/drawingml/2006/main">
            <a:r>
              <a:t/>
            </a:r>
          </a:p>
          <a:p xmlns:a="http://schemas.openxmlformats.org/drawingml/2006/main">
            <a:r>
              <a:t>บทพูดหลักในเวลา 10 นาที</a:t>
            </a:r>
          </a:p>
          <a:p xmlns:a="http://schemas.openxmlformats.org/drawingml/2006/main">
            <a:r>
              <a:t>ผลเวลานี้เป็นรอบทดลองเดิม แยกจากการสาธิตวันนี้ ใช้สามภาพ ภาพละสามรอบ คงโมเดลในหน่วยความจำ แยก warm-up และยืนยันอัตโนมัติ มัธยฐานจากภาพถึงสังเกตค่าใน Home Assistant คือ 10.758 วินาที ยังไม่รวมเวลาคนตรวจแก้ครับ ส่วน RSS ฝั่ง Windows มัธยฐาน 1.985 GiB วัดแยกจากบริการ Linux จึงไม่ใช่ RAM รวมทั้งระบบ และยังไม่ใช่ผลบน RK3588 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**เวลาและ RAM** — ตารางวัดจากสามภาพภาพละสามรอบ โดยโหลดโมเดลค้างในหน่วยความจำ เวลาเต็มทางใช้การยืนยันอัตโนมัติ จึงยังไม่รวมเวลาที่ผู้ใช้ตรวจแก้ เวลาสังเกตค่า Home Assistant มี HTTP polling รวมอยู่ ส่วนหน่วยความจำเป็น RSS ของกระบวนการตามขอบเขตที่ระบุ ไม่ใช่ RAM ทั้งเครื่อง งานแปลง RKNN บน PC มีแล้ว แต่การวัด NPU และพลังงานจริงต้องรอบอร์ด รอบนี้มัธยฐานจากภาพถึงสังเกตค่า HA คือ 10.758 วินาที และ RSS ฝั่ง Windows host มีมัธยฐาน 1.985 GiB ชุดวัดนี้ใช้ qwen3-0.6B-Q4_K_M กับ tesseract และ เปิด grammar ทิศภาพอาศัยข้อมูลที่ผู้จัดทำเลือกไว้ ยังไม่ใช่ระบบหมุนภาพอัตโนมัติ</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20 | งานต่อไป (25 วินาที)</a:t>
            </a:r>
          </a:p>
          <a:p xmlns:a="http://schemas.openxmlformats.org/drawingml/2006/main">
            <a:r>
              <a:t/>
            </a:r>
          </a:p>
          <a:p xmlns:a="http://schemas.openxmlformats.org/drawingml/2006/main">
            <a:r>
              <a:t>บทพูดหลักในเวลา 10 นาที</a:t>
            </a:r>
          </a:p>
          <a:p xmlns:a="http://schemas.openxmlformats.org/drawingml/2006/main">
            <a:r>
              <a:t>งานต่อไปคือรับรองกรอบและกลุ่มธุรกรรม ทำเฉลย JSON เพื่อวัดเนื้อหาฟิลด์ และเก็บภาพต่างฉากใหม่ที่แยกจากการพัฒนา ส่วนการวัด NPU และพลังงานจริงจะทำเมื่อมีบอร์ดและเครื่องมือพร้อมครับ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**งานที่ยังค้าง** — ส่วนที่ยังทำต่อก่อนมีบอร์ดได้คือรับรองกรอบและธุรกรรมซ้ำ ทำเฉลย JSON สำหรับคะแนนเนื้อหา และเก็บภาพต่างฉากใหม่ที่ไม่ปะปนชุดพัฒนา จากนั้นจึงสรุปความถูกต้องครบกระบวนการ งานเหล่านี้ยังค้างจริง ส่วนการวัดบน RK3588 จะเริ่มเมื่อมีบอร์ดและ runtime พร้อม</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ณัชพล | หน้า 21 | สรุป (20 วินาที)</a:t>
            </a:r>
          </a:p>
          <a:p xmlns:a="http://schemas.openxmlformats.org/drawingml/2006/main">
            <a:r>
              <a:t/>
            </a:r>
          </a:p>
          <a:p xmlns:a="http://schemas.openxmlformats.org/drawingml/2006/main">
            <a:r>
              <a:t>บทพูดหลักในเวลา 10 นาที</a:t>
            </a:r>
          </a:p>
          <a:p xmlns:a="http://schemas.openxmlformats.org/drawingml/2006/main">
            <a:r>
              <a:t>สรุป งานยังยึดกรอบ e-Senses และฐานวรรณกรรมเดิม มีภาพและข้อความหนึ่งรอบ 59 ภาพ พร้อมหลักฐาน OCR รูปแบบ JSON และการเชื่อมถึง Home Assistant บน PC โดยรายงานข้อจำกัดและงานที่ยังค้างตามจริงครับ ขอบคุณครับ ยินดีรับคำถามครับ</a:t>
            </a:r>
          </a:p>
          <a:p xmlns:a="http://schemas.openxmlformats.org/drawingml/2006/main">
            <a:r>
              <a:t/>
            </a:r>
          </a:p>
          <a:p xmlns:a="http://schemas.openxmlformats.org/drawingml/2006/main">
            <a:r>
              <a:t>รายละเอียดสำหรับตอบคำถาม ไม่อ่านทั้งหมดระหว่างพรี</a:t>
            </a:r>
          </a:p>
          <a:p xmlns:a="http://schemas.openxmlformats.org/drawingml/2006/main">
            <a:r>
              <a:t>**สรุปและ Q&amp;A** — โครงงานยังยึดกรอบ e-Senses และฐานวรรณกรรมเดิม วันนี้มีภาพ 59 ภาพ ข้อความหนึ่งรอบ 59 ภาพ และหลักฐาน OCR รูปแบบ JSON กับเดโมถึง Home Assistant ข้อจำกัดที่ยังต้องทำต่อคือคะแนนเนื้อหา JSON ภาพต่างฉากใหม่ และผลฮาร์ดแวร์ ขอบคุณผู้ฟังครับ ยินดีรับคำถามและข้อเสนอแนะ</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8e2a4f720741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ea5e04adc8430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3eff0b957a40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79d4312fe041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83317fd712742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b4f64c1a8d408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bd33725f95f4ab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3b87acc2a154c5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d4945896dd14ed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51799df2c6345f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a3230281887489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87AA51-3ED4-419A-8B85-D604E1D74FA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996B580-1283-458A-9AE5-A40BE092D49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4ED9544-C82F-47EC-AECA-8B4198F6AC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932254D-3A24-4779-8B78-5135E7A409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0B893A-825E-4713-9F30-C65DC77157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EAA0DF-8879-4460-934E-939E25DDCE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D8FC30E-D4BF-4386-9B0D-64DEEE512E0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780AC2D-03CA-4FA2-A052-EDEB58DFA4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48E0B9F-692F-4530-912C-9A7D90729F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7DEF46C-25C2-4681-B91F-11F4F0B43E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8C5467-5F3D-4601-AAB4-8358A3173E2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1D18764-B4DA-4542-A672-4425FD4A407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FA1C779-7505-46E5-9F84-E4BF21214A3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CCA221C-5359-4164-966D-F898C3AE9E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BADF327-085F-4B38-9B4A-254B216DBE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153110-2C40-4C13-A905-1C8E7049F3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A26D7D2-F7FB-4716-9F70-AB2006F9E42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760CD9A3-D46D-40ED-AD5B-D092F088DAE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DC6E9535-96A7-4AA8-85C5-E7AB9835A9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AD6078E-DF62-4A41-B9D1-92D3809E63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6D1F0F3-F091-454B-BDA7-1F81FD961F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B810E7-DD68-41A4-9897-452F5987C56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9C53702-9FA3-479F-9A01-B478AA6797A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A6A6E36-88B5-43D4-A491-1BD542D6651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D2C324A-0545-49E5-ADF9-5A9A372642C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C4BF2D2-00FC-4CB9-A250-6498795741F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2312C9E-A519-4D5D-B2D4-39005AE7D8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0FC72721-D06E-4FB6-A530-CD6A550841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385EA3F-0856-41F7-A106-F4384BC7E0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9CF32A-5DB6-44D6-A230-7D84809FE8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0DAD7D1-FBE3-461B-8196-50C8CFF6FE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43F6CBC-E8B2-46CB-A55A-D7DA8A24E8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81F10D6-8BAE-44B9-BB96-ACA8901DE7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5609DD2-4007-4066-8CE6-D9ADEF3C0A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43BE84BF-84C4-4AE0-8522-4A560FD8DC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96E9AC6-FED1-4768-9904-81771C1AAA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27E205-0884-47AE-ABFE-BA8C51A2A403}"/>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8E5A1B4-A3F2-4D72-B467-CC05AC195D5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BF395F34-A7EA-4547-B428-C50B5582209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2C9504C-171E-4CD8-98AC-C56FFBD7EF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AAC9BBA-F9F7-45FA-84FC-3A2829E458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EFCA526-C19C-46C9-BB8B-F20676185F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146BFB-2C30-4035-B91E-F2212E1E8A2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3E357B5-D169-4599-A506-180765B315E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4E09171-4019-471D-BC52-ABC1A589696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9F13393-847E-4710-B060-B9D433F1D6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B779E67-7B1E-44F2-B888-1F0C026E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4112698-9132-4C94-B91D-60A3AE7492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1C7E99-0A29-4895-BBE3-E06448F60D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167B371-D7AC-45E3-8C75-D3E8821F74C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D92938F-04F0-4831-8BD4-7D44FC1D76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B8144A7-7BEB-4A6F-90CD-FD43542BFF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D174C8-AAC7-40E2-87F0-9621CA8041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FA5F38F-E5E3-46F5-8CEF-A216635A8F1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BEBB251-F85A-4443-8BF6-8508646987A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5EAAA4-A01C-4E9E-806C-D09BFCDDE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EA88316-4D53-4189-A153-4BB7BFB11E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54365A8-C30E-49AF-AE2D-D596F614CE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5bc98c545d408f" /><Relationship Type="http://schemas.openxmlformats.org/officeDocument/2006/relationships/slideLayout" Target="/ppt/slideLayouts/slideLayout1.xml" Id="R4e6a30079a0f4f9f" /><Relationship Type="http://schemas.openxmlformats.org/officeDocument/2006/relationships/slideLayout" Target="/ppt/slideLayouts/slideLayout2.xml" Id="R6d2ad73443a04463" /><Relationship Type="http://schemas.openxmlformats.org/officeDocument/2006/relationships/slideLayout" Target="/ppt/slideLayouts/slideLayout3.xml" Id="R3722a4b0b99347ca" /><Relationship Type="http://schemas.openxmlformats.org/officeDocument/2006/relationships/slideLayout" Target="/ppt/slideLayouts/slideLayout4.xml" Id="Re14be25a91134b93" /><Relationship Type="http://schemas.openxmlformats.org/officeDocument/2006/relationships/slideLayout" Target="/ppt/slideLayouts/slideLayout5.xml" Id="Rabdc14b2b8824a38" /><Relationship Type="http://schemas.openxmlformats.org/officeDocument/2006/relationships/slideLayout" Target="/ppt/slideLayouts/slideLayout6.xml" Id="R6acd21a07daf440c" /><Relationship Type="http://schemas.openxmlformats.org/officeDocument/2006/relationships/slideLayout" Target="/ppt/slideLayouts/slideLayout7.xml" Id="Rfe5719cd85f442ef" /><Relationship Type="http://schemas.openxmlformats.org/officeDocument/2006/relationships/slideLayout" Target="/ppt/slideLayouts/slideLayout8.xml" Id="R24b2057df56f4878" /><Relationship Type="http://schemas.openxmlformats.org/officeDocument/2006/relationships/slideLayout" Target="/ppt/slideLayouts/slideLayout9.xml" Id="R31c3bf4479474ca8" /><Relationship Type="http://schemas.openxmlformats.org/officeDocument/2006/relationships/slideLayout" Target="/ppt/slideLayouts/slideLayout10.xml" Id="Ra3f1699fe4044bce" /><Relationship Type="http://schemas.openxmlformats.org/officeDocument/2006/relationships/slideLayout" Target="/ppt/slideLayouts/slideLayout11.xml" Id="R9e1d0f41bdc54e0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4D1EDF5-59F1-4CD3-93AF-68059C073FA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E4731B2-1077-40E6-87B0-FB320334512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78BF0D-0593-459B-8A5A-A83A963C3E5F}"/>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873D27C-FE55-4916-83A9-EA181471643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3420558-4431-4A0E-A314-10D0975A330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6a30079a0f4f9f"/>
    <p:sldLayoutId xmlns:r="http://schemas.openxmlformats.org/officeDocument/2006/relationships" id="2147483650" r:id="R6d2ad73443a04463"/>
    <p:sldLayoutId xmlns:r="http://schemas.openxmlformats.org/officeDocument/2006/relationships" id="2147483651" r:id="R3722a4b0b99347ca"/>
    <p:sldLayoutId xmlns:r="http://schemas.openxmlformats.org/officeDocument/2006/relationships" id="2147483652" r:id="Re14be25a91134b93"/>
    <p:sldLayoutId xmlns:r="http://schemas.openxmlformats.org/officeDocument/2006/relationships" id="2147483653" r:id="Rabdc14b2b8824a38"/>
    <p:sldLayoutId xmlns:r="http://schemas.openxmlformats.org/officeDocument/2006/relationships" id="2147483654" r:id="R6acd21a07daf440c"/>
    <p:sldLayoutId xmlns:r="http://schemas.openxmlformats.org/officeDocument/2006/relationships" id="2147483655" r:id="Rfe5719cd85f442ef"/>
    <p:sldLayoutId xmlns:r="http://schemas.openxmlformats.org/officeDocument/2006/relationships" id="2147483656" r:id="R24b2057df56f4878"/>
    <p:sldLayoutId xmlns:r="http://schemas.openxmlformats.org/officeDocument/2006/relationships" id="2147483657" r:id="R31c3bf4479474ca8"/>
    <p:sldLayoutId xmlns:r="http://schemas.openxmlformats.org/officeDocument/2006/relationships" id="2147483658" r:id="Ra3f1699fe4044bce"/>
    <p:sldLayoutId xmlns:r="http://schemas.openxmlformats.org/officeDocument/2006/relationships" id="2147483659" r:id="R9e1d0f41bdc54e03"/>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022345ea7634895" /><Relationship Type="http://schemas.openxmlformats.org/officeDocument/2006/relationships/notesSlide" Target="/ppt/notesSlides/notesSlide1.xml" Id="R3c339e6a83514e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eadd1e0a5964057" /><Relationship Type="http://schemas.openxmlformats.org/officeDocument/2006/relationships/notesSlide" Target="/ppt/notesSlides/notesSlide2.xml" Id="R68f5262b02d24f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8a32602cc234472" /><Relationship Type="http://schemas.openxmlformats.org/officeDocument/2006/relationships/notesSlide" Target="/ppt/notesSlides/notesSlide3.xml" Id="R8179c1e8442544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5b6f3e2942f4911" /><Relationship Type="http://schemas.openxmlformats.org/officeDocument/2006/relationships/notesSlide" Target="/ppt/notesSlides/notesSlide4.xml" Id="R72898174adf44d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aafaf3c582504d11" /><Relationship Type="http://schemas.openxmlformats.org/officeDocument/2006/relationships/notesSlide" Target="/ppt/notesSlides/notesSlide5.xml" Id="Rf44d232fe72f43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b295f39a8b8f4507" /><Relationship Type="http://schemas.openxmlformats.org/officeDocument/2006/relationships/notesSlide" Target="/ppt/notesSlides/notesSlide6.xml" Id="R5c7cfeeb4ad44e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f20988828b0412b" /><Relationship Type="http://schemas.openxmlformats.org/officeDocument/2006/relationships/notesSlide" Target="/ppt/notesSlides/notesSlide7.xml" Id="R960f1d612e0b40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4b9b3ad409c416f" /><Relationship Type="http://schemas.openxmlformats.org/officeDocument/2006/relationships/notesSlide" Target="/ppt/notesSlides/notesSlide8.xml" Id="R41f3b221077c42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329165220a5e443b" /><Relationship Type="http://schemas.openxmlformats.org/officeDocument/2006/relationships/notesSlide" Target="/ppt/notesSlides/notesSlide9.xml" Id="R34cf12af89b24d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7e141006dc6c42df" /><Relationship Type="http://schemas.openxmlformats.org/officeDocument/2006/relationships/notesSlide" Target="/ppt/notesSlides/notesSlide10.xml" Id="R43ef83f11f434d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61f05f3570c4ba0" /><Relationship Type="http://schemas.openxmlformats.org/officeDocument/2006/relationships/notesSlide" Target="/ppt/notesSlides/notesSlide11.xml" Id="Rad7c9d3e788044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1b57a747842c406e" /><Relationship Type="http://schemas.openxmlformats.org/officeDocument/2006/relationships/image" Target="/ppt/media/image.png" Id="R0324811c81af4957" /><Relationship Type="http://schemas.openxmlformats.org/officeDocument/2006/relationships/notesSlide" Target="/ppt/notesSlides/notesSlide12.xml" Id="Rb9b368ed081a41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768b776918d64981" /><Relationship Type="http://schemas.openxmlformats.org/officeDocument/2006/relationships/notesSlide" Target="/ppt/notesSlides/notesSlide13.xml" Id="Rc9e41165794145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c8b10c805b324898" /><Relationship Type="http://schemas.openxmlformats.org/officeDocument/2006/relationships/notesSlide" Target="/ppt/notesSlides/notesSlide14.xml" Id="Rfc729987e3a446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91464d2e2a064d8f" /><Relationship Type="http://schemas.openxmlformats.org/officeDocument/2006/relationships/notesSlide" Target="/ppt/notesSlides/notesSlide15.xml" Id="R3081f61145774a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11641f0a2e9e4254" /><Relationship Type="http://schemas.openxmlformats.org/officeDocument/2006/relationships/image" Target="/ppt/media/image.jpeg" Id="R2f765f8d51084b41" /><Relationship Type="http://schemas.openxmlformats.org/officeDocument/2006/relationships/image" Target="/ppt/media/image2.jpeg" Id="Rf3638b0c3ad24eef" /><Relationship Type="http://schemas.openxmlformats.org/officeDocument/2006/relationships/notesSlide" Target="/ppt/notesSlides/notesSlide16.xml" Id="R2b9feb8379e541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9cc3877ffa844f28" /><Relationship Type="http://schemas.openxmlformats.org/officeDocument/2006/relationships/notesSlide" Target="/ppt/notesSlides/notesSlide17.xml" Id="Rdf76d0e5d06c401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319a386457164bab" /><Relationship Type="http://schemas.openxmlformats.org/officeDocument/2006/relationships/notesSlide" Target="/ppt/notesSlides/notesSlide18.xml" Id="Rb7e7427d6cff4e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e1c03c99a8b44b47" /><Relationship Type="http://schemas.openxmlformats.org/officeDocument/2006/relationships/notesSlide" Target="/ppt/notesSlides/notesSlide19.xml" Id="R71b0b989cab24d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9c176f36ea2c4986" /><Relationship Type="http://schemas.openxmlformats.org/officeDocument/2006/relationships/notesSlide" Target="/ppt/notesSlides/notesSlide20.xml" Id="R9b81e5c274024d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14ba28213a854e9c" /><Relationship Type="http://schemas.openxmlformats.org/officeDocument/2006/relationships/notesSlide" Target="/ppt/notesSlides/notesSlide21.xml" Id="Rb6e3ae4d39314988" /></Relationships>
</file>

<file path=ppt/slides/slide1.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4AC928-CB28-4234-925A-F2476AE3967D}"/>
              </a:ext>
            </a:extLst>
          </p:cNvPr>
          <p:cNvSpPr>
            <a:spLocks xmlns:a="http://schemas.openxmlformats.org/drawingml/2006/main" noGrp="1"/>
          </p:cNvSpPr>
          <p:nvPr/>
        </p:nvSpPr>
        <p:spPr>
          <a:xfrm xmlns:a="http://schemas.openxmlformats.org/drawingml/2006/main">
            <a:off x="9692640" y="0"/>
            <a:ext cx="2496312" cy="2834640"/>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F67DF202-0E8D-4CE0-B861-8EB220ADD2FD}"/>
              </a:ext>
            </a:extLst>
          </p:cNvPr>
          <p:cNvSpPr>
            <a:spLocks xmlns:a="http://schemas.openxmlformats.org/drawingml/2006/main" noGrp="1"/>
          </p:cNvSpPr>
          <p:nvPr/>
        </p:nvSpPr>
        <p:spPr>
          <a:xfrm xmlns:a="http://schemas.openxmlformats.org/drawingml/2006/main">
            <a:off x="0" y="5715000"/>
            <a:ext cx="2011680" cy="1143000"/>
          </a:xfrm>
          <a:prstGeom xmlns:a="http://schemas.openxmlformats.org/drawingml/2006/main" prst="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CB9CF319-4FA7-44D3-A2A9-78FB4E890644}"/>
              </a:ext>
            </a:extLst>
          </p:cNvPr>
          <p:cNvSpPr>
            <a:spLocks xmlns:a="http://schemas.openxmlformats.org/drawingml/2006/main" noGrp="1"/>
          </p:cNvSpPr>
          <p:nvPr/>
        </p:nvSpPr>
        <p:spPr>
          <a:xfrm xmlns:a="http://schemas.openxmlformats.org/drawingml/2006/main">
            <a:off x="667512" y="530352"/>
            <a:ext cx="1069848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100" b="1">
                <a:solidFill>
                  <a:srgbClr val="FFFFFF"/>
                </a:solidFill>
                <a:latin typeface="Tahoma"/>
                <a:ea typeface="Tahoma"/>
                <a:cs typeface="Tahoma"/>
              </a:defRPr>
            </a:pPr>
            <a:r>
              <a:rPr>
                <a:latin typeface="Tahoma"/>
                <a:ea typeface="Tahoma"/>
                <a:cs typeface="Tahoma"/>
              </a:rPr>
              <a:t>การนำเสนอความก้าวหน้าโครงงานคอมพิวเตอร์</a:t>
            </a:r>
          </a:p>
        </p:txBody>
      </p:sp>
      <p:sp>
        <p:nvSpPr>
          <p:cNvPr id="5" name="TextBox 4">
            <a:extLst xmlns:a="http://schemas.openxmlformats.org/drawingml/2006/main">
              <a:ext uri="{FF2B5EF4-FFF2-40B4-BE49-F238E27FC236}">
                <a16:creationId xmlns:a16="http://schemas.microsoft.com/office/drawing/2014/main" id="{391EE139-06DE-438F-AE25-144D464F6237}"/>
              </a:ext>
            </a:extLst>
          </p:cNvPr>
          <p:cNvSpPr>
            <a:spLocks xmlns:a="http://schemas.openxmlformats.org/drawingml/2006/main" noGrp="1"/>
          </p:cNvSpPr>
          <p:nvPr/>
        </p:nvSpPr>
        <p:spPr>
          <a:xfrm xmlns:a="http://schemas.openxmlformats.org/drawingml/2006/main">
            <a:off x="667512" y="1325880"/>
            <a:ext cx="10789920" cy="20574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การพัฒนาระบบประสาทส่วนกลางอัจฉริยะในที่พักอาศัย</a:t>
            </a:r>
          </a:p>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เพื่อสกัดและวิเคราะห์ข้อมูลห่วงโซ่อุปทานในครัวเรือน</a:t>
            </a:r>
          </a:p>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ด้วยปัญญาประดิษฐ์ประมวลผลเฉพาะถิ่น</a:t>
            </a:r>
          </a:p>
        </p:txBody>
      </p:sp>
      <p:sp>
        <p:nvSpPr>
          <p:cNvPr id="6" name="Connector 5">
            <a:extLst xmlns:a="http://schemas.openxmlformats.org/drawingml/2006/main">
              <a:ext uri="{FF2B5EF4-FFF2-40B4-BE49-F238E27FC236}">
                <a16:creationId xmlns:a16="http://schemas.microsoft.com/office/drawing/2014/main" id="{E95C0475-803B-4D2F-B800-E976469BF60C}"/>
              </a:ext>
            </a:extLst>
          </p:cNvPr>
          <p:cNvSpPr>
            <a:spLocks xmlns:a="http://schemas.openxmlformats.org/drawingml/2006/main" noGrp="1"/>
          </p:cNvSpPr>
          <p:nvPr/>
        </p:nvSpPr>
        <p:spPr>
          <a:xfrm xmlns:a="http://schemas.openxmlformats.org/drawingml/2006/main">
            <a:off x="685800" y="3794760"/>
            <a:ext cx="4709160"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761CCADE-EADF-43C8-8D94-BB6A38A185B5}"/>
              </a:ext>
            </a:extLst>
          </p:cNvPr>
          <p:cNvSpPr>
            <a:spLocks xmlns:a="http://schemas.openxmlformats.org/drawingml/2006/main" noGrp="1"/>
          </p:cNvSpPr>
          <p:nvPr/>
        </p:nvSpPr>
        <p:spPr>
          <a:xfrm xmlns:a="http://schemas.openxmlformats.org/drawingml/2006/main">
            <a:off x="713232" y="4087368"/>
            <a:ext cx="6492240" cy="8686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FFFFFF"/>
                </a:solidFill>
                <a:latin typeface="Tahoma"/>
                <a:ea typeface="Tahoma"/>
                <a:cs typeface="Tahoma"/>
              </a:defRPr>
            </a:pPr>
            <a:r>
              <a:rPr>
                <a:latin typeface="Tahoma"/>
                <a:ea typeface="Tahoma"/>
                <a:cs typeface="Tahoma"/>
              </a:rPr>
              <a:t>673380267-4 นายณัชพล เพ็งพล</a:t>
            </a:r>
          </a:p>
          <a:p xmlns:a="http://schemas.openxmlformats.org/drawingml/2006/main">
            <a:pPr algn="l">
              <a:spcAft>
                <a:spcPts val="400"/>
              </a:spcAft>
              <a:buNone/>
              <a:defRPr sz="1800" b="0">
                <a:solidFill>
                  <a:srgbClr val="FFFFFF"/>
                </a:solidFill>
                <a:latin typeface="Tahoma"/>
                <a:ea typeface="Tahoma"/>
                <a:cs typeface="Tahoma"/>
              </a:defRPr>
            </a:pPr>
            <a:r>
              <a:rPr>
                <a:latin typeface="Tahoma"/>
                <a:ea typeface="Tahoma"/>
                <a:cs typeface="Tahoma"/>
              </a:rPr>
              <a:t>673380270-5 นายธนบดี เริ่มรักสกุล</a:t>
            </a:r>
          </a:p>
        </p:txBody>
      </p:sp>
      <p:sp>
        <p:nvSpPr>
          <p:cNvPr id="8" name="TextBox 7">
            <a:extLst xmlns:a="http://schemas.openxmlformats.org/drawingml/2006/main">
              <a:ext uri="{FF2B5EF4-FFF2-40B4-BE49-F238E27FC236}">
                <a16:creationId xmlns:a16="http://schemas.microsoft.com/office/drawing/2014/main" id="{524530A8-9F7E-4E3D-BFD2-2888600A02F4}"/>
              </a:ext>
            </a:extLst>
          </p:cNvPr>
          <p:cNvSpPr>
            <a:spLocks xmlns:a="http://schemas.openxmlformats.org/drawingml/2006/main" noGrp="1"/>
          </p:cNvSpPr>
          <p:nvPr/>
        </p:nvSpPr>
        <p:spPr>
          <a:xfrm xmlns:a="http://schemas.openxmlformats.org/drawingml/2006/main">
            <a:off x="713232" y="5138928"/>
            <a:ext cx="7498079"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FFFFFF"/>
                </a:solidFill>
                <a:latin typeface="Tahoma"/>
                <a:ea typeface="Tahoma"/>
                <a:cs typeface="Tahoma"/>
              </a:defRPr>
            </a:pPr>
            <a:r>
              <a:rPr>
                <a:latin typeface="Tahoma"/>
                <a:ea typeface="Tahoma"/>
                <a:cs typeface="Tahoma"/>
              </a:rPr>
              <a:t>อาจารย์ที่ปรึกษา ผศ.บุญทรัพย์ ไวคำ</a:t>
            </a:r>
          </a:p>
        </p:txBody>
      </p:sp>
      <p:sp>
        <p:nvSpPr>
          <p:cNvPr id="9" name="TextBox 8">
            <a:extLst xmlns:a="http://schemas.openxmlformats.org/drawingml/2006/main">
              <a:ext uri="{FF2B5EF4-FFF2-40B4-BE49-F238E27FC236}">
                <a16:creationId xmlns:a16="http://schemas.microsoft.com/office/drawing/2014/main" id="{220618C1-7544-4689-AB32-0E9F465DA926}"/>
              </a:ext>
            </a:extLst>
          </p:cNvPr>
          <p:cNvSpPr>
            <a:spLocks xmlns:a="http://schemas.openxmlformats.org/drawingml/2006/main" noGrp="1"/>
          </p:cNvSpPr>
          <p:nvPr/>
        </p:nvSpPr>
        <p:spPr>
          <a:xfrm xmlns:a="http://schemas.openxmlformats.org/drawingml/2006/main">
            <a:off x="713232" y="5596128"/>
            <a:ext cx="7589520" cy="34747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1">
                <a:solidFill>
                  <a:srgbClr val="FFFFFF"/>
                </a:solidFill>
                <a:latin typeface="Tahoma"/>
                <a:ea typeface="Tahoma"/>
                <a:cs typeface="Tahoma"/>
              </a:defRPr>
            </a:pPr>
            <a:r>
              <a:rPr>
                <a:latin typeface="Tahoma"/>
                <a:ea typeface="Tahoma"/>
                <a:cs typeface="Tahoma"/>
              </a:rPr>
              <a:t>หมายเลขโครงงาน SCS3-4  |  กลุ่มสอบ SCS3</a:t>
            </a:r>
          </a:p>
        </p:txBody>
      </p:sp>
      <p:sp>
        <p:nvSpPr>
          <p:cNvPr id="10" name="TextBox 9">
            <a:extLst xmlns:a="http://schemas.openxmlformats.org/drawingml/2006/main">
              <a:ext uri="{FF2B5EF4-FFF2-40B4-BE49-F238E27FC236}">
                <a16:creationId xmlns:a16="http://schemas.microsoft.com/office/drawing/2014/main" id="{0CD58862-84B2-4381-933E-DC2C230F582D}"/>
              </a:ext>
            </a:extLst>
          </p:cNvPr>
          <p:cNvSpPr>
            <a:spLocks xmlns:a="http://schemas.openxmlformats.org/drawingml/2006/main" noGrp="1"/>
          </p:cNvSpPr>
          <p:nvPr/>
        </p:nvSpPr>
        <p:spPr>
          <a:xfrm xmlns:a="http://schemas.openxmlformats.org/drawingml/2006/main">
            <a:off x="713232" y="6181344"/>
            <a:ext cx="9144000" cy="2560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100" b="0">
                <a:solidFill>
                  <a:srgbClr val="FFFFFF"/>
                </a:solidFill>
                <a:latin typeface="Tahoma"/>
                <a:ea typeface="Tahoma"/>
                <a:cs typeface="Tahoma"/>
              </a:defRPr>
            </a:pPr>
            <a:r>
              <a:rPr>
                <a:latin typeface="Tahoma"/>
                <a:ea typeface="Tahoma"/>
                <a:cs typeface="Tahoma"/>
              </a:rPr>
              <a:t>สาขาวิชาวิทยาการคอมพิวเตอร์ มหาวิทยาลัยขอนแก่น</a:t>
            </a:r>
          </a:p>
        </p:txBody>
      </p:sp>
      <p:sp>
        <p:nvSpPr>
          <p:cNvPr id="11" name="TextBox 10">
            <a:extLst xmlns:a="http://schemas.openxmlformats.org/drawingml/2006/main">
              <a:ext uri="{FF2B5EF4-FFF2-40B4-BE49-F238E27FC236}">
                <a16:creationId xmlns:a16="http://schemas.microsoft.com/office/drawing/2014/main" id="{F3A94518-D59F-4011-9021-A7D21F6B123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buNone/>
              <a:defRPr sz="900">
                <a:solidFill>
                  <a:srgbClr val="FFFFFF"/>
                </a:solidFill>
                <a:latin typeface="Tahoma"/>
                <a:ea typeface="Tahoma"/>
                <a:cs typeface="Tahoma"/>
              </a:defRPr>
            </a:lvl1pPr>
            <a:lvl2pPr algn="r">
              <a:buNone/>
              <a:defRPr sz="900">
                <a:solidFill>
                  <a:srgbClr val="FFFFFF"/>
                </a:solidFill>
                <a:latin typeface="Tahoma"/>
                <a:ea typeface="Tahoma"/>
                <a:cs typeface="Tahoma"/>
              </a:defRPr>
            </a:lvl2pPr>
            <a:lvl3pPr algn="r">
              <a:buNone/>
              <a:defRPr sz="900">
                <a:solidFill>
                  <a:srgbClr val="FFFFFF"/>
                </a:solidFill>
                <a:latin typeface="Tahoma"/>
                <a:ea typeface="Tahoma"/>
                <a:cs typeface="Tahoma"/>
              </a:defRPr>
            </a:lvl3pPr>
            <a:lvl4pPr algn="r">
              <a:buNone/>
              <a:defRPr sz="900">
                <a:solidFill>
                  <a:srgbClr val="FFFFFF"/>
                </a:solidFill>
                <a:latin typeface="Tahoma"/>
                <a:ea typeface="Tahoma"/>
                <a:cs typeface="Tahoma"/>
              </a:defRPr>
            </a:lvl4pPr>
            <a:lvl5pPr algn="r">
              <a:buNone/>
              <a:defRPr sz="900">
                <a:solidFill>
                  <a:srgbClr val="FFFFFF"/>
                </a:solidFill>
                <a:latin typeface="Tahoma"/>
                <a:ea typeface="Tahoma"/>
                <a:cs typeface="Tahoma"/>
              </a:defRPr>
            </a:lvl5pPr>
            <a:lvl6pPr algn="r">
              <a:buNone/>
              <a:defRPr sz="900">
                <a:solidFill>
                  <a:srgbClr val="FFFFFF"/>
                </a:solidFill>
                <a:latin typeface="Tahoma"/>
                <a:ea typeface="Tahoma"/>
                <a:cs typeface="Tahoma"/>
              </a:defRPr>
            </a:lvl6pPr>
            <a:lvl7pPr algn="r">
              <a:buNone/>
              <a:defRPr sz="900">
                <a:solidFill>
                  <a:srgbClr val="FFFFFF"/>
                </a:solidFill>
                <a:latin typeface="Tahoma"/>
                <a:ea typeface="Tahoma"/>
                <a:cs typeface="Tahoma"/>
              </a:defRPr>
            </a:lvl7pPr>
            <a:lvl8pPr algn="r">
              <a:buNone/>
              <a:defRPr sz="900">
                <a:solidFill>
                  <a:srgbClr val="FFFFFF"/>
                </a:solidFill>
                <a:latin typeface="Tahoma"/>
                <a:ea typeface="Tahoma"/>
                <a:cs typeface="Tahoma"/>
              </a:defRPr>
            </a:lvl8pPr>
            <a:lvl9pPr algn="r">
              <a:buNone/>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1</a:t>
            </a:r>
          </a:p>
        </p:txBody>
      </p:sp>
    </p:spTree>
    <p:extLst>
      <p:ext uri="{BB962C8B-B14F-4D97-AF65-F5344CB8AC3E}">
        <p14:creationId xmlns:p14="http://schemas.microsoft.com/office/powerpoint/2010/main" val="13864956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E0C814-0781-4F7E-8979-5501F2B75A1C}"/>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ที่มา: ทำไมจึงออกแบบให้ประมวลผลในบ้าน</a:t>
            </a:r>
          </a:p>
        </p:txBody>
      </p:sp>
      <p:sp>
        <p:nvSpPr>
          <p:cNvPr id="3" name="TextBox 2">
            <a:extLst xmlns:a="http://schemas.openxmlformats.org/drawingml/2006/main">
              <a:ext uri="{FF2B5EF4-FFF2-40B4-BE49-F238E27FC236}">
                <a16:creationId xmlns:a16="http://schemas.microsoft.com/office/drawing/2014/main" id="{BCA7BB4D-81E4-45BB-AC8B-21E502EF1435}"/>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ความเป็นส่วนตัว เวลา และต้นทุน เป็นเป้าหมายการออกแบบที่ยังต้องวัดกับระบบจริง</a:t>
            </a:r>
          </a:p>
        </p:txBody>
      </p:sp>
      <p:sp>
        <p:nvSpPr>
          <p:cNvPr id="4" name="Connector 3">
            <a:extLst xmlns:a="http://schemas.openxmlformats.org/drawingml/2006/main">
              <a:ext uri="{FF2B5EF4-FFF2-40B4-BE49-F238E27FC236}">
                <a16:creationId xmlns:a16="http://schemas.microsoft.com/office/drawing/2014/main" id="{FF208FE5-63A9-45D5-A576-68317DD3D37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8766512A-F721-4D35-B5C4-867E087793F0}"/>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CAF589D0-072D-4E60-9FB7-B9FB279A9D5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2</a:t>
            </a:r>
          </a:p>
        </p:txBody>
      </p:sp>
      <p:sp>
        <p:nvSpPr>
          <p:cNvPr id="7" name="Rounded Rectangle 6">
            <a:extLst xmlns:a="http://schemas.openxmlformats.org/drawingml/2006/main">
              <a:ext uri="{FF2B5EF4-FFF2-40B4-BE49-F238E27FC236}">
                <a16:creationId xmlns:a16="http://schemas.microsoft.com/office/drawing/2014/main" id="{79A42537-F8B8-410E-8ACF-9478AA2C8CD4}"/>
              </a:ext>
            </a:extLst>
          </p:cNvPr>
          <p:cNvSpPr>
            <a:spLocks xmlns:a="http://schemas.openxmlformats.org/drawingml/2006/main" noGrp="1"/>
          </p:cNvSpPr>
          <p:nvPr/>
        </p:nvSpPr>
        <p:spPr>
          <a:xfrm xmlns:a="http://schemas.openxmlformats.org/drawingml/2006/main">
            <a:off x="68580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E55808C1-F63C-47C9-ABA2-6CD9AA9CE307}"/>
              </a:ext>
            </a:extLst>
          </p:cNvPr>
          <p:cNvSpPr>
            <a:spLocks xmlns:a="http://schemas.openxmlformats.org/drawingml/2006/main" noGrp="1"/>
          </p:cNvSpPr>
          <p:nvPr/>
        </p:nvSpPr>
        <p:spPr>
          <a:xfrm xmlns:a="http://schemas.openxmlformats.org/drawingml/2006/main">
            <a:off x="86868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3C9E899-C0F5-4B7F-AE7A-C58592EB0CA3}"/>
              </a:ext>
            </a:extLst>
          </p:cNvPr>
          <p:cNvSpPr>
            <a:spLocks xmlns:a="http://schemas.openxmlformats.org/drawingml/2006/main" noGrp="1"/>
          </p:cNvSpPr>
          <p:nvPr/>
        </p:nvSpPr>
        <p:spPr>
          <a:xfrm xmlns:a="http://schemas.openxmlformats.org/drawingml/2006/main">
            <a:off x="96012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1</a:t>
            </a:r>
          </a:p>
        </p:txBody>
      </p:sp>
      <p:sp>
        <p:nvSpPr>
          <p:cNvPr id="10" name="TextBox 9">
            <a:extLst xmlns:a="http://schemas.openxmlformats.org/drawingml/2006/main">
              <a:ext uri="{FF2B5EF4-FFF2-40B4-BE49-F238E27FC236}">
                <a16:creationId xmlns:a16="http://schemas.microsoft.com/office/drawing/2014/main" id="{20A392DF-4334-4365-870B-5B8FF83DCF84}"/>
              </a:ext>
            </a:extLst>
          </p:cNvPr>
          <p:cNvSpPr>
            <a:spLocks xmlns:a="http://schemas.openxmlformats.org/drawingml/2006/main" noGrp="1"/>
          </p:cNvSpPr>
          <p:nvPr/>
        </p:nvSpPr>
        <p:spPr>
          <a:xfrm xmlns:a="http://schemas.openxmlformats.org/drawingml/2006/main">
            <a:off x="88696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ความเป็นส่วนตัว</a:t>
            </a:r>
          </a:p>
        </p:txBody>
      </p:sp>
      <p:sp>
        <p:nvSpPr>
          <p:cNvPr id="11" name="TextBox 10">
            <a:extLst xmlns:a="http://schemas.openxmlformats.org/drawingml/2006/main">
              <a:ext uri="{FF2B5EF4-FFF2-40B4-BE49-F238E27FC236}">
                <a16:creationId xmlns:a16="http://schemas.microsoft.com/office/drawing/2014/main" id="{1BE9180E-2B65-42A4-9139-8B75595A1D32}"/>
              </a:ext>
            </a:extLst>
          </p:cNvPr>
          <p:cNvSpPr>
            <a:spLocks xmlns:a="http://schemas.openxmlformats.org/drawingml/2006/main" noGrp="1"/>
          </p:cNvSpPr>
          <p:nvPr/>
        </p:nvSpPr>
        <p:spPr>
          <a:xfrm xmlns:a="http://schemas.openxmlformats.org/drawingml/2006/main">
            <a:off x="88696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ใบซื้อสินค้ามีข้อมูลส่วนบุคคล จึงต้องกำกับการเก็บและส่งต่อ</a:t>
            </a:r>
          </a:p>
        </p:txBody>
      </p:sp>
      <p:sp>
        <p:nvSpPr>
          <p:cNvPr id="12" name="Rounded Rectangle 11">
            <a:extLst xmlns:a="http://schemas.openxmlformats.org/drawingml/2006/main">
              <a:ext uri="{FF2B5EF4-FFF2-40B4-BE49-F238E27FC236}">
                <a16:creationId xmlns:a16="http://schemas.microsoft.com/office/drawing/2014/main" id="{538A2E8B-470B-4D58-A5DE-0C98574ED167}"/>
              </a:ext>
            </a:extLst>
          </p:cNvPr>
          <p:cNvSpPr>
            <a:spLocks xmlns:a="http://schemas.openxmlformats.org/drawingml/2006/main" noGrp="1"/>
          </p:cNvSpPr>
          <p:nvPr/>
        </p:nvSpPr>
        <p:spPr>
          <a:xfrm xmlns:a="http://schemas.openxmlformats.org/drawingml/2006/main">
            <a:off x="448056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ounded Rectangle 12">
            <a:extLst xmlns:a="http://schemas.openxmlformats.org/drawingml/2006/main">
              <a:ext uri="{FF2B5EF4-FFF2-40B4-BE49-F238E27FC236}">
                <a16:creationId xmlns:a16="http://schemas.microsoft.com/office/drawing/2014/main" id="{1A97B416-D553-4FF2-878A-4B57481A3068}"/>
              </a:ext>
            </a:extLst>
          </p:cNvPr>
          <p:cNvSpPr>
            <a:spLocks xmlns:a="http://schemas.openxmlformats.org/drawingml/2006/main" noGrp="1"/>
          </p:cNvSpPr>
          <p:nvPr/>
        </p:nvSpPr>
        <p:spPr>
          <a:xfrm xmlns:a="http://schemas.openxmlformats.org/drawingml/2006/main">
            <a:off x="466344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4EA7DD2-16C7-49CD-A2D7-E1FC820911E2}"/>
              </a:ext>
            </a:extLst>
          </p:cNvPr>
          <p:cNvSpPr>
            <a:spLocks xmlns:a="http://schemas.openxmlformats.org/drawingml/2006/main" noGrp="1"/>
          </p:cNvSpPr>
          <p:nvPr/>
        </p:nvSpPr>
        <p:spPr>
          <a:xfrm xmlns:a="http://schemas.openxmlformats.org/drawingml/2006/main">
            <a:off x="475488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2</a:t>
            </a:r>
          </a:p>
        </p:txBody>
      </p:sp>
      <p:sp>
        <p:nvSpPr>
          <p:cNvPr id="15" name="TextBox 14">
            <a:extLst xmlns:a="http://schemas.openxmlformats.org/drawingml/2006/main">
              <a:ext uri="{FF2B5EF4-FFF2-40B4-BE49-F238E27FC236}">
                <a16:creationId xmlns:a16="http://schemas.microsoft.com/office/drawing/2014/main" id="{79E0ADCD-D253-4776-842E-3D2527010FD9}"/>
              </a:ext>
            </a:extLst>
          </p:cNvPr>
          <p:cNvSpPr>
            <a:spLocks xmlns:a="http://schemas.openxmlformats.org/drawingml/2006/main" noGrp="1"/>
          </p:cNvSpPr>
          <p:nvPr/>
        </p:nvSpPr>
        <p:spPr>
          <a:xfrm xmlns:a="http://schemas.openxmlformats.org/drawingml/2006/main">
            <a:off x="468172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เวลาและต้นทุน</a:t>
            </a:r>
          </a:p>
        </p:txBody>
      </p:sp>
      <p:sp>
        <p:nvSpPr>
          <p:cNvPr id="16" name="TextBox 15">
            <a:extLst xmlns:a="http://schemas.openxmlformats.org/drawingml/2006/main">
              <a:ext uri="{FF2B5EF4-FFF2-40B4-BE49-F238E27FC236}">
                <a16:creationId xmlns:a16="http://schemas.microsoft.com/office/drawing/2014/main" id="{D137962B-FFB2-42AA-983A-AFB4486282D9}"/>
              </a:ext>
            </a:extLst>
          </p:cNvPr>
          <p:cNvSpPr>
            <a:spLocks xmlns:a="http://schemas.openxmlformats.org/drawingml/2006/main" noGrp="1"/>
          </p:cNvSpPr>
          <p:nvPr/>
        </p:nvSpPr>
        <p:spPr>
          <a:xfrm xmlns:a="http://schemas.openxmlformats.org/drawingml/2006/main">
            <a:off x="468172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ตั้งเป้าลดการพึ่งพา Cloud API แต่ยังไม่ได้เปรียบเทียบจริง</a:t>
            </a:r>
          </a:p>
        </p:txBody>
      </p:sp>
      <p:sp>
        <p:nvSpPr>
          <p:cNvPr id="17" name="Rounded Rectangle 16">
            <a:extLst xmlns:a="http://schemas.openxmlformats.org/drawingml/2006/main">
              <a:ext uri="{FF2B5EF4-FFF2-40B4-BE49-F238E27FC236}">
                <a16:creationId xmlns:a16="http://schemas.microsoft.com/office/drawing/2014/main" id="{19EFF9CB-5E4B-4581-90F1-CDD4274D780C}"/>
              </a:ext>
            </a:extLst>
          </p:cNvPr>
          <p:cNvSpPr>
            <a:spLocks xmlns:a="http://schemas.openxmlformats.org/drawingml/2006/main" noGrp="1"/>
          </p:cNvSpPr>
          <p:nvPr/>
        </p:nvSpPr>
        <p:spPr>
          <a:xfrm xmlns:a="http://schemas.openxmlformats.org/drawingml/2006/main">
            <a:off x="827532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ounded Rectangle 17">
            <a:extLst xmlns:a="http://schemas.openxmlformats.org/drawingml/2006/main">
              <a:ext uri="{FF2B5EF4-FFF2-40B4-BE49-F238E27FC236}">
                <a16:creationId xmlns:a16="http://schemas.microsoft.com/office/drawing/2014/main" id="{EAA41145-36DB-44EB-9475-82825F6F2A61}"/>
              </a:ext>
            </a:extLst>
          </p:cNvPr>
          <p:cNvSpPr>
            <a:spLocks xmlns:a="http://schemas.openxmlformats.org/drawingml/2006/main" noGrp="1"/>
          </p:cNvSpPr>
          <p:nvPr/>
        </p:nvSpPr>
        <p:spPr>
          <a:xfrm xmlns:a="http://schemas.openxmlformats.org/drawingml/2006/main">
            <a:off x="845820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8E7BC26-EC3E-42C2-9725-FBA5B54807E3}"/>
              </a:ext>
            </a:extLst>
          </p:cNvPr>
          <p:cNvSpPr>
            <a:spLocks xmlns:a="http://schemas.openxmlformats.org/drawingml/2006/main" noGrp="1"/>
          </p:cNvSpPr>
          <p:nvPr/>
        </p:nvSpPr>
        <p:spPr>
          <a:xfrm xmlns:a="http://schemas.openxmlformats.org/drawingml/2006/main">
            <a:off x="854964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3</a:t>
            </a:r>
          </a:p>
        </p:txBody>
      </p:sp>
      <p:sp>
        <p:nvSpPr>
          <p:cNvPr id="20" name="TextBox 19">
            <a:extLst xmlns:a="http://schemas.openxmlformats.org/drawingml/2006/main">
              <a:ext uri="{FF2B5EF4-FFF2-40B4-BE49-F238E27FC236}">
                <a16:creationId xmlns:a16="http://schemas.microsoft.com/office/drawing/2014/main" id="{FFE341D6-9D7F-41CD-AF6B-8761BEF27E6E}"/>
              </a:ext>
            </a:extLst>
          </p:cNvPr>
          <p:cNvSpPr>
            <a:spLocks xmlns:a="http://schemas.openxmlformats.org/drawingml/2006/main" noGrp="1"/>
          </p:cNvSpPr>
          <p:nvPr/>
        </p:nvSpPr>
        <p:spPr>
          <a:xfrm xmlns:a="http://schemas.openxmlformats.org/drawingml/2006/main">
            <a:off x="847648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ข้อมูลและทรัพยากร</a:t>
            </a:r>
          </a:p>
        </p:txBody>
      </p:sp>
      <p:sp>
        <p:nvSpPr>
          <p:cNvPr id="21" name="TextBox 20">
            <a:extLst xmlns:a="http://schemas.openxmlformats.org/drawingml/2006/main">
              <a:ext uri="{FF2B5EF4-FFF2-40B4-BE49-F238E27FC236}">
                <a16:creationId xmlns:a16="http://schemas.microsoft.com/office/drawing/2014/main" id="{56D47F9A-B816-4EBA-933F-40DF4D0C8744}"/>
              </a:ext>
            </a:extLst>
          </p:cNvPr>
          <p:cNvSpPr>
            <a:spLocks xmlns:a="http://schemas.openxmlformats.org/drawingml/2006/main" noGrp="1"/>
          </p:cNvSpPr>
          <p:nvPr/>
        </p:nvSpPr>
        <p:spPr>
          <a:xfrm xmlns:a="http://schemas.openxmlformats.org/drawingml/2006/main">
            <a:off x="847648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ภาพต่างร้าน ภาษา และแสง ต้องประมวลผลบนเครื่องจำกัด</a:t>
            </a:r>
          </a:p>
        </p:txBody>
      </p:sp>
      <p:sp>
        <p:nvSpPr>
          <p:cNvPr id="22" name="TextBox 21">
            <a:extLst xmlns:a="http://schemas.openxmlformats.org/drawingml/2006/main">
              <a:ext uri="{FF2B5EF4-FFF2-40B4-BE49-F238E27FC236}">
                <a16:creationId xmlns:a16="http://schemas.microsoft.com/office/drawing/2014/main" id="{5EB9DE51-150E-4056-9243-CCC115B01EE6}"/>
              </a:ext>
            </a:extLst>
          </p:cNvPr>
          <p:cNvSpPr>
            <a:spLocks xmlns:a="http://schemas.openxmlformats.org/drawingml/2006/main" noGrp="1"/>
          </p:cNvSpPr>
          <p:nvPr/>
        </p:nvSpPr>
        <p:spPr>
          <a:xfrm xmlns:a="http://schemas.openxmlformats.org/drawingml/2006/main">
            <a:off x="722376" y="5074920"/>
            <a:ext cx="1078992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b="1">
                <a:solidFill>
                  <a:srgbClr val="1D2A5D"/>
                </a:solidFill>
                <a:latin typeface="Tahoma"/>
                <a:ea typeface="Tahoma"/>
                <a:cs typeface="Tahoma"/>
              </a:defRPr>
            </a:defPPr>
            <a:lvl1pPr algn="l">
              <a:buNone/>
              <a:defRPr sz="2100" b="1">
                <a:solidFill>
                  <a:srgbClr val="1D2A5D"/>
                </a:solidFill>
                <a:latin typeface="Tahoma"/>
                <a:ea typeface="Tahoma"/>
                <a:cs typeface="Tahoma"/>
              </a:defRPr>
            </a:lvl1pPr>
            <a:lvl2pPr algn="l">
              <a:buNone/>
              <a:defRPr sz="2100" b="1">
                <a:solidFill>
                  <a:srgbClr val="1D2A5D"/>
                </a:solidFill>
                <a:latin typeface="Tahoma"/>
                <a:ea typeface="Tahoma"/>
                <a:cs typeface="Tahoma"/>
              </a:defRPr>
            </a:lvl2pPr>
            <a:lvl3pPr algn="l">
              <a:buNone/>
              <a:defRPr sz="2100" b="1">
                <a:solidFill>
                  <a:srgbClr val="1D2A5D"/>
                </a:solidFill>
                <a:latin typeface="Tahoma"/>
                <a:ea typeface="Tahoma"/>
                <a:cs typeface="Tahoma"/>
              </a:defRPr>
            </a:lvl3pPr>
            <a:lvl4pPr algn="l">
              <a:buNone/>
              <a:defRPr sz="2100" b="1">
                <a:solidFill>
                  <a:srgbClr val="1D2A5D"/>
                </a:solidFill>
                <a:latin typeface="Tahoma"/>
                <a:ea typeface="Tahoma"/>
                <a:cs typeface="Tahoma"/>
              </a:defRPr>
            </a:lvl4pPr>
            <a:lvl5pPr algn="l">
              <a:buNone/>
              <a:defRPr sz="2100" b="1">
                <a:solidFill>
                  <a:srgbClr val="1D2A5D"/>
                </a:solidFill>
                <a:latin typeface="Tahoma"/>
                <a:ea typeface="Tahoma"/>
                <a:cs typeface="Tahoma"/>
              </a:defRPr>
            </a:lvl5pPr>
            <a:lvl6pPr algn="l">
              <a:buNone/>
              <a:defRPr sz="2100" b="1">
                <a:solidFill>
                  <a:srgbClr val="1D2A5D"/>
                </a:solidFill>
                <a:latin typeface="Tahoma"/>
                <a:ea typeface="Tahoma"/>
                <a:cs typeface="Tahoma"/>
              </a:defRPr>
            </a:lvl6pPr>
            <a:lvl7pPr algn="l">
              <a:buNone/>
              <a:defRPr sz="2100" b="1">
                <a:solidFill>
                  <a:srgbClr val="1D2A5D"/>
                </a:solidFill>
                <a:latin typeface="Tahoma"/>
                <a:ea typeface="Tahoma"/>
                <a:cs typeface="Tahoma"/>
              </a:defRPr>
            </a:lvl7pPr>
            <a:lvl8pPr algn="l">
              <a:buNone/>
              <a:defRPr sz="2100" b="1">
                <a:solidFill>
                  <a:srgbClr val="1D2A5D"/>
                </a:solidFill>
                <a:latin typeface="Tahoma"/>
                <a:ea typeface="Tahoma"/>
                <a:cs typeface="Tahoma"/>
              </a:defRPr>
            </a:lvl8pPr>
            <a:lvl9pPr algn="l">
              <a:buNone/>
              <a:defRPr sz="2100" b="1">
                <a:solidFill>
                  <a:srgbClr val="1D2A5D"/>
                </a:solidFill>
                <a:latin typeface="Tahoma"/>
                <a:ea typeface="Tahoma"/>
                <a:cs typeface="Tahoma"/>
              </a:defRPr>
            </a:lvl9pPr>
          </a:lstStyle>
          <a:p xmlns:a="http://schemas.openxmlformats.org/drawingml/2006/main">
            <a:pPr algn="l">
              <a:spcAft>
                <a:spcPts val="400"/>
              </a:spcAft>
              <a:buNone/>
              <a:defRPr sz="2100" b="1">
                <a:solidFill>
                  <a:srgbClr val="1D2A5D"/>
                </a:solidFill>
                <a:latin typeface="Tahoma"/>
                <a:ea typeface="Tahoma"/>
                <a:cs typeface="Tahoma"/>
              </a:defRPr>
            </a:pPr>
            <a:r>
              <a:rPr sz="2100" b="1">
                <a:solidFill>
                  <a:srgbClr val="1D2A5D"/>
                </a:solidFill>
                <a:latin typeface="Tahoma"/>
                <a:ea typeface="Tahoma"/>
                <a:cs typeface="Tahoma"/>
              </a:rPr>
              <a:t>รับภาพ → YOLO/OCR → Local LLM/JSON → MQTT/Home Assistant</a:t>
            </a:r>
          </a:p>
        </p:txBody>
      </p:sp>
    </p:spTree>
    <p:extLst>
      <p:ext uri="{BB962C8B-B14F-4D97-AF65-F5344CB8AC3E}">
        <p14:creationId xmlns:p14="http://schemas.microsoft.com/office/powerpoint/2010/main" val="14106192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87FAEFA-D5EB-433D-9763-20DCA3F98BD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ภาพรวมระบบประสาทสัมผัสดิจิทัลในบ้าน</a:t>
            </a:r>
          </a:p>
        </p:txBody>
      </p:sp>
      <p:sp>
        <p:nvSpPr>
          <p:cNvPr id="3" name="TextBox 2">
            <a:extLst xmlns:a="http://schemas.openxmlformats.org/drawingml/2006/main">
              <a:ext uri="{FF2B5EF4-FFF2-40B4-BE49-F238E27FC236}">
                <a16:creationId xmlns:a16="http://schemas.microsoft.com/office/drawing/2014/main" id="{6694F43E-C1D9-423A-9958-8522E2E00AA8}"/>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e-Senses เป็นกรอบระบบ ส่วนผลทดลองปัจจุบันเจาะลึกที่ e-Eye</a:t>
            </a:r>
          </a:p>
        </p:txBody>
      </p:sp>
      <p:sp>
        <p:nvSpPr>
          <p:cNvPr id="4" name="Connector 3">
            <a:extLst xmlns:a="http://schemas.openxmlformats.org/drawingml/2006/main">
              <a:ext uri="{FF2B5EF4-FFF2-40B4-BE49-F238E27FC236}">
                <a16:creationId xmlns:a16="http://schemas.microsoft.com/office/drawing/2014/main" id="{612657CF-455C-4BD8-ACEE-D9410A4A328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B9285AC-58DA-4224-8E00-503A3181F42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C62FDE42-3030-4403-87CC-2B989F0CE08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3</a:t>
            </a:r>
          </a:p>
        </p:txBody>
      </p:sp>
      <p:sp>
        <p:nvSpPr>
          <p:cNvPr id="7" name="Rounded Rectangle 6">
            <a:extLst xmlns:a="http://schemas.openxmlformats.org/drawingml/2006/main">
              <a:ext uri="{FF2B5EF4-FFF2-40B4-BE49-F238E27FC236}">
                <a16:creationId xmlns:a16="http://schemas.microsoft.com/office/drawing/2014/main" id="{3115B084-EB3A-415F-BA95-28A3C121CCD5}"/>
              </a:ext>
            </a:extLst>
          </p:cNvPr>
          <p:cNvSpPr>
            <a:spLocks xmlns:a="http://schemas.openxmlformats.org/drawingml/2006/main" noGrp="1"/>
          </p:cNvSpPr>
          <p:nvPr/>
        </p:nvSpPr>
        <p:spPr>
          <a:xfrm xmlns:a="http://schemas.openxmlformats.org/drawingml/2006/main">
            <a:off x="3785615" y="1554480"/>
            <a:ext cx="4617720" cy="667512"/>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79C9B4F-5270-4D09-B1CB-6EFBD75D194A}"/>
              </a:ext>
            </a:extLst>
          </p:cNvPr>
          <p:cNvSpPr>
            <a:spLocks xmlns:a="http://schemas.openxmlformats.org/drawingml/2006/main" noGrp="1"/>
          </p:cNvSpPr>
          <p:nvPr/>
        </p:nvSpPr>
        <p:spPr>
          <a:xfrm xmlns:a="http://schemas.openxmlformats.org/drawingml/2006/main">
            <a:off x="3904487" y="1719072"/>
            <a:ext cx="438912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800" b="1">
                <a:solidFill>
                  <a:srgbClr val="FFFFFF"/>
                </a:solidFill>
                <a:latin typeface="Tahoma"/>
                <a:ea typeface="Tahoma"/>
                <a:cs typeface="Tahoma"/>
              </a:defRPr>
            </a:pPr>
            <a:r>
              <a:rPr>
                <a:latin typeface="Tahoma"/>
                <a:ea typeface="Tahoma"/>
                <a:cs typeface="Tahoma"/>
              </a:rPr>
              <a:t>Home Digital Nervous System</a:t>
            </a:r>
          </a:p>
        </p:txBody>
      </p:sp>
      <p:sp>
        <p:nvSpPr>
          <p:cNvPr id="9" name="Connector 8">
            <a:extLst xmlns:a="http://schemas.openxmlformats.org/drawingml/2006/main">
              <a:ext uri="{FF2B5EF4-FFF2-40B4-BE49-F238E27FC236}">
                <a16:creationId xmlns:a16="http://schemas.microsoft.com/office/drawing/2014/main" id="{87007B68-4A31-4F26-9FDB-587A60332ED4}"/>
              </a:ext>
            </a:extLst>
          </p:cNvPr>
          <p:cNvSpPr>
            <a:spLocks xmlns:a="http://schemas.openxmlformats.org/drawingml/2006/main" noGrp="1"/>
          </p:cNvSpPr>
          <p:nvPr/>
        </p:nvSpPr>
        <p:spPr>
          <a:xfrm xmlns:a="http://schemas.openxmlformats.org/drawingml/2006/main">
            <a:off x="6089904" y="2221992"/>
            <a:ext cx="0" cy="32004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D577352-5D03-40D1-9DAB-C4A8DEF619DB}"/>
              </a:ext>
            </a:extLst>
          </p:cNvPr>
          <p:cNvSpPr>
            <a:spLocks xmlns:a="http://schemas.openxmlformats.org/drawingml/2006/main" noGrp="1"/>
          </p:cNvSpPr>
          <p:nvPr/>
        </p:nvSpPr>
        <p:spPr>
          <a:xfrm xmlns:a="http://schemas.openxmlformats.org/drawingml/2006/main">
            <a:off x="2441448" y="2542032"/>
            <a:ext cx="7306056"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0E3DAAF7-73A9-4E8A-A811-F38D285C76A2}"/>
              </a:ext>
            </a:extLst>
          </p:cNvPr>
          <p:cNvSpPr>
            <a:spLocks xmlns:a="http://schemas.openxmlformats.org/drawingml/2006/main" noGrp="1"/>
          </p:cNvSpPr>
          <p:nvPr/>
        </p:nvSpPr>
        <p:spPr>
          <a:xfrm xmlns:a="http://schemas.openxmlformats.org/drawingml/2006/main">
            <a:off x="2441448"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52CBF22-2789-478E-B325-08FEA896FA49}"/>
              </a:ext>
            </a:extLst>
          </p:cNvPr>
          <p:cNvSpPr>
            <a:spLocks xmlns:a="http://schemas.openxmlformats.org/drawingml/2006/main" noGrp="1"/>
          </p:cNvSpPr>
          <p:nvPr/>
        </p:nvSpPr>
        <p:spPr>
          <a:xfrm xmlns:a="http://schemas.openxmlformats.org/drawingml/2006/main">
            <a:off x="6089904"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F8929C4-813A-4E61-95FF-D601DC76AC67}"/>
              </a:ext>
            </a:extLst>
          </p:cNvPr>
          <p:cNvSpPr>
            <a:spLocks xmlns:a="http://schemas.openxmlformats.org/drawingml/2006/main" noGrp="1"/>
          </p:cNvSpPr>
          <p:nvPr/>
        </p:nvSpPr>
        <p:spPr>
          <a:xfrm xmlns:a="http://schemas.openxmlformats.org/drawingml/2006/main">
            <a:off x="9747504"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7616AFEF-6E3A-459C-93D1-BECA55B4BE52}"/>
              </a:ext>
            </a:extLst>
          </p:cNvPr>
          <p:cNvSpPr>
            <a:spLocks xmlns:a="http://schemas.openxmlformats.org/drawingml/2006/main" noGrp="1"/>
          </p:cNvSpPr>
          <p:nvPr/>
        </p:nvSpPr>
        <p:spPr>
          <a:xfrm xmlns:a="http://schemas.openxmlformats.org/drawingml/2006/main">
            <a:off x="658368" y="2788920"/>
            <a:ext cx="3566160" cy="1609344"/>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F1961F7-2726-48D0-B434-89DB7A1C376C}"/>
              </a:ext>
            </a:extLst>
          </p:cNvPr>
          <p:cNvSpPr>
            <a:spLocks xmlns:a="http://schemas.openxmlformats.org/drawingml/2006/main" noGrp="1"/>
          </p:cNvSpPr>
          <p:nvPr/>
        </p:nvSpPr>
        <p:spPr>
          <a:xfrm xmlns:a="http://schemas.openxmlformats.org/drawingml/2006/main">
            <a:off x="8503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e-Eye</a:t>
            </a:r>
          </a:p>
        </p:txBody>
      </p:sp>
      <p:sp>
        <p:nvSpPr>
          <p:cNvPr id="16" name="TextBox 15">
            <a:extLst xmlns:a="http://schemas.openxmlformats.org/drawingml/2006/main">
              <a:ext uri="{FF2B5EF4-FFF2-40B4-BE49-F238E27FC236}">
                <a16:creationId xmlns:a16="http://schemas.microsoft.com/office/drawing/2014/main" id="{25640FA9-905A-435E-A54B-35BB7A5B5FF8}"/>
              </a:ext>
            </a:extLst>
          </p:cNvPr>
          <p:cNvSpPr>
            <a:spLocks xmlns:a="http://schemas.openxmlformats.org/drawingml/2006/main" noGrp="1"/>
          </p:cNvSpPr>
          <p:nvPr/>
        </p:nvSpPr>
        <p:spPr>
          <a:xfrm xmlns:a="http://schemas.openxmlformats.org/drawingml/2006/main">
            <a:off x="8503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ภาพใบซื้อสินค้า / เอกสาร</a:t>
            </a:r>
          </a:p>
        </p:txBody>
      </p:sp>
      <p:sp>
        <p:nvSpPr>
          <p:cNvPr id="17" name="TextBox 16">
            <a:extLst xmlns:a="http://schemas.openxmlformats.org/drawingml/2006/main">
              <a:ext uri="{FF2B5EF4-FFF2-40B4-BE49-F238E27FC236}">
                <a16:creationId xmlns:a16="http://schemas.microsoft.com/office/drawing/2014/main" id="{354CE8AD-A32D-4BF6-B128-A40DADF2FAC5}"/>
              </a:ext>
            </a:extLst>
          </p:cNvPr>
          <p:cNvSpPr>
            <a:spLocks xmlns:a="http://schemas.openxmlformats.org/drawingml/2006/main" noGrp="1"/>
          </p:cNvSpPr>
          <p:nvPr/>
        </p:nvSpPr>
        <p:spPr>
          <a:xfrm xmlns:a="http://schemas.openxmlformats.org/drawingml/2006/main">
            <a:off x="8503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ทดลองนำร่อง</a:t>
            </a:r>
          </a:p>
        </p:txBody>
      </p:sp>
      <p:sp>
        <p:nvSpPr>
          <p:cNvPr id="18" name="Rounded Rectangle 17">
            <a:extLst xmlns:a="http://schemas.openxmlformats.org/drawingml/2006/main">
              <a:ext uri="{FF2B5EF4-FFF2-40B4-BE49-F238E27FC236}">
                <a16:creationId xmlns:a16="http://schemas.microsoft.com/office/drawing/2014/main" id="{8D723C88-B11A-498A-99DD-16A1AEE5E4F8}"/>
              </a:ext>
            </a:extLst>
          </p:cNvPr>
          <p:cNvSpPr>
            <a:spLocks xmlns:a="http://schemas.openxmlformats.org/drawingml/2006/main" noGrp="1"/>
          </p:cNvSpPr>
          <p:nvPr/>
        </p:nvSpPr>
        <p:spPr>
          <a:xfrm xmlns:a="http://schemas.openxmlformats.org/drawingml/2006/main">
            <a:off x="4315968" y="2788920"/>
            <a:ext cx="3566160" cy="1609344"/>
          </a:xfrm>
          <a:prstGeom xmlns:a="http://schemas.openxmlformats.org/drawingml/2006/main" prst="roundRect">
            <a:avLst/>
          </a:prstGeom>
          <a:solidFill xmlns:a="http://schemas.openxmlformats.org/drawingml/2006/main">
            <a:srgbClr val="6C8EA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8AD4FC9-C5A8-4052-949B-AFA9A5FDBF92}"/>
              </a:ext>
            </a:extLst>
          </p:cNvPr>
          <p:cNvSpPr>
            <a:spLocks xmlns:a="http://schemas.openxmlformats.org/drawingml/2006/main" noGrp="1"/>
          </p:cNvSpPr>
          <p:nvPr/>
        </p:nvSpPr>
        <p:spPr>
          <a:xfrm xmlns:a="http://schemas.openxmlformats.org/drawingml/2006/main">
            <a:off x="45079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e-Nose</a:t>
            </a:r>
          </a:p>
        </p:txBody>
      </p:sp>
      <p:sp>
        <p:nvSpPr>
          <p:cNvPr id="20" name="TextBox 19">
            <a:extLst xmlns:a="http://schemas.openxmlformats.org/drawingml/2006/main">
              <a:ext uri="{FF2B5EF4-FFF2-40B4-BE49-F238E27FC236}">
                <a16:creationId xmlns:a16="http://schemas.microsoft.com/office/drawing/2014/main" id="{82945CCE-08CA-43E6-8B83-AFCF94B5C6F5}"/>
              </a:ext>
            </a:extLst>
          </p:cNvPr>
          <p:cNvSpPr>
            <a:spLocks xmlns:a="http://schemas.openxmlformats.org/drawingml/2006/main" noGrp="1"/>
          </p:cNvSpPr>
          <p:nvPr/>
        </p:nvSpPr>
        <p:spPr>
          <a:xfrm xmlns:a="http://schemas.openxmlformats.org/drawingml/2006/main">
            <a:off x="45079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ก๊าซ / VOC / กลิ่น</a:t>
            </a:r>
          </a:p>
        </p:txBody>
      </p:sp>
      <p:sp>
        <p:nvSpPr>
          <p:cNvPr id="21" name="TextBox 20">
            <a:extLst xmlns:a="http://schemas.openxmlformats.org/drawingml/2006/main">
              <a:ext uri="{FF2B5EF4-FFF2-40B4-BE49-F238E27FC236}">
                <a16:creationId xmlns:a16="http://schemas.microsoft.com/office/drawing/2014/main" id="{074C91BA-3F64-420C-BAF5-8BBB6A9861E5}"/>
              </a:ext>
            </a:extLst>
          </p:cNvPr>
          <p:cNvSpPr>
            <a:spLocks xmlns:a="http://schemas.openxmlformats.org/drawingml/2006/main" noGrp="1"/>
          </p:cNvSpPr>
          <p:nvPr/>
        </p:nvSpPr>
        <p:spPr>
          <a:xfrm xmlns:a="http://schemas.openxmlformats.org/drawingml/2006/main">
            <a:off x="45079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แนวคิดต่อยอด</a:t>
            </a:r>
          </a:p>
        </p:txBody>
      </p:sp>
      <p:sp>
        <p:nvSpPr>
          <p:cNvPr id="22" name="Rounded Rectangle 21">
            <a:extLst xmlns:a="http://schemas.openxmlformats.org/drawingml/2006/main">
              <a:ext uri="{FF2B5EF4-FFF2-40B4-BE49-F238E27FC236}">
                <a16:creationId xmlns:a16="http://schemas.microsoft.com/office/drawing/2014/main" id="{3F081CBB-8A12-4229-BC5E-6BA99B8FA784}"/>
              </a:ext>
            </a:extLst>
          </p:cNvPr>
          <p:cNvSpPr>
            <a:spLocks xmlns:a="http://schemas.openxmlformats.org/drawingml/2006/main" noGrp="1"/>
          </p:cNvSpPr>
          <p:nvPr/>
        </p:nvSpPr>
        <p:spPr>
          <a:xfrm xmlns:a="http://schemas.openxmlformats.org/drawingml/2006/main">
            <a:off x="7973568" y="2788920"/>
            <a:ext cx="3566160" cy="1609344"/>
          </a:xfrm>
          <a:prstGeom xmlns:a="http://schemas.openxmlformats.org/drawingml/2006/main" prst="roundRect">
            <a:avLst/>
          </a:prstGeom>
          <a:solidFill xmlns:a="http://schemas.openxmlformats.org/drawingml/2006/main">
            <a:srgbClr val="6C8EA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4BF0D898-DD64-4F10-B423-6F489422AF3A}"/>
              </a:ext>
            </a:extLst>
          </p:cNvPr>
          <p:cNvSpPr>
            <a:spLocks xmlns:a="http://schemas.openxmlformats.org/drawingml/2006/main" noGrp="1"/>
          </p:cNvSpPr>
          <p:nvPr/>
        </p:nvSpPr>
        <p:spPr>
          <a:xfrm xmlns:a="http://schemas.openxmlformats.org/drawingml/2006/main">
            <a:off x="81655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e-Skin</a:t>
            </a:r>
          </a:p>
        </p:txBody>
      </p:sp>
      <p:sp>
        <p:nvSpPr>
          <p:cNvPr id="24" name="TextBox 23">
            <a:extLst xmlns:a="http://schemas.openxmlformats.org/drawingml/2006/main">
              <a:ext uri="{FF2B5EF4-FFF2-40B4-BE49-F238E27FC236}">
                <a16:creationId xmlns:a16="http://schemas.microsoft.com/office/drawing/2014/main" id="{167CC087-FD55-4D0F-9FB4-8A2D7029AFFD}"/>
              </a:ext>
            </a:extLst>
          </p:cNvPr>
          <p:cNvSpPr>
            <a:spLocks xmlns:a="http://schemas.openxmlformats.org/drawingml/2006/main" noGrp="1"/>
          </p:cNvSpPr>
          <p:nvPr/>
        </p:nvSpPr>
        <p:spPr>
          <a:xfrm xmlns:a="http://schemas.openxmlformats.org/drawingml/2006/main">
            <a:off x="81655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น้ำหนัก / แรงสัมผัส</a:t>
            </a:r>
          </a:p>
        </p:txBody>
      </p:sp>
      <p:sp>
        <p:nvSpPr>
          <p:cNvPr id="25" name="TextBox 24">
            <a:extLst xmlns:a="http://schemas.openxmlformats.org/drawingml/2006/main">
              <a:ext uri="{FF2B5EF4-FFF2-40B4-BE49-F238E27FC236}">
                <a16:creationId xmlns:a16="http://schemas.microsoft.com/office/drawing/2014/main" id="{F22005D6-E542-4403-879A-601F83BA4C74}"/>
              </a:ext>
            </a:extLst>
          </p:cNvPr>
          <p:cNvSpPr>
            <a:spLocks xmlns:a="http://schemas.openxmlformats.org/drawingml/2006/main" noGrp="1"/>
          </p:cNvSpPr>
          <p:nvPr/>
        </p:nvSpPr>
        <p:spPr>
          <a:xfrm xmlns:a="http://schemas.openxmlformats.org/drawingml/2006/main">
            <a:off x="81655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แนวคิดต่อยอด</a:t>
            </a:r>
          </a:p>
        </p:txBody>
      </p:sp>
      <p:sp>
        <p:nvSpPr>
          <p:cNvPr id="26" name="TextBox 25">
            <a:extLst xmlns:a="http://schemas.openxmlformats.org/drawingml/2006/main">
              <a:ext uri="{FF2B5EF4-FFF2-40B4-BE49-F238E27FC236}">
                <a16:creationId xmlns:a16="http://schemas.microsoft.com/office/drawing/2014/main" id="{CB418D1D-3AAB-478C-98EF-055FCD152BA4}"/>
              </a:ext>
            </a:extLst>
          </p:cNvPr>
          <p:cNvSpPr>
            <a:spLocks xmlns:a="http://schemas.openxmlformats.org/drawingml/2006/main" noGrp="1"/>
          </p:cNvSpPr>
          <p:nvPr/>
        </p:nvSpPr>
        <p:spPr>
          <a:xfrm xmlns:a="http://schemas.openxmlformats.org/drawingml/2006/main">
            <a:off x="685800" y="4983480"/>
            <a:ext cx="10881360" cy="7863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การศึกษาระยะนี้ใช้ e-Eye เป็นจุดเริ่มต้นของระบบรวม ไม่ได้เปลี่ยนชื่อหรือขอบเขตแนวคิดของทั้งโครงงาน</a:t>
            </a:r>
          </a:p>
        </p:txBody>
      </p:sp>
    </p:spTree>
    <p:extLst>
      <p:ext uri="{BB962C8B-B14F-4D97-AF65-F5344CB8AC3E}">
        <p14:creationId xmlns:p14="http://schemas.microsoft.com/office/powerpoint/2010/main" val="10289434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D82CF10-0C6A-4EDD-A7BE-AF73FFC903F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วัตถุประสงค์และขอบเขต</a:t>
            </a:r>
          </a:p>
        </p:txBody>
      </p:sp>
      <p:sp>
        <p:nvSpPr>
          <p:cNvPr id="3" name="TextBox 2">
            <a:extLst xmlns:a="http://schemas.openxmlformats.org/drawingml/2006/main">
              <a:ext uri="{FF2B5EF4-FFF2-40B4-BE49-F238E27FC236}">
                <a16:creationId xmlns:a16="http://schemas.microsoft.com/office/drawing/2014/main" id="{47F7C9B6-3FB5-4C19-A7EF-C46BE7E04E52}"/>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แยกเป้าหมายของโครงงานออกจากสิ่งที่ทดลองแล้ว</a:t>
            </a:r>
          </a:p>
        </p:txBody>
      </p:sp>
      <p:sp>
        <p:nvSpPr>
          <p:cNvPr id="4" name="Connector 3">
            <a:extLst xmlns:a="http://schemas.openxmlformats.org/drawingml/2006/main">
              <a:ext uri="{FF2B5EF4-FFF2-40B4-BE49-F238E27FC236}">
                <a16:creationId xmlns:a16="http://schemas.microsoft.com/office/drawing/2014/main" id="{7F27C81A-6737-4755-B4A8-2680DE1C568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5B547C31-44E8-46AC-9B2C-9C0DC3DF22D3}"/>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21FA1864-BF9A-4CF1-B6F1-E7D5318088B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4</a:t>
            </a:r>
          </a:p>
        </p:txBody>
      </p:sp>
      <p:sp>
        <p:nvSpPr>
          <p:cNvPr id="7" name="Rounded Rectangle 6">
            <a:extLst xmlns:a="http://schemas.openxmlformats.org/drawingml/2006/main">
              <a:ext uri="{FF2B5EF4-FFF2-40B4-BE49-F238E27FC236}">
                <a16:creationId xmlns:a16="http://schemas.microsoft.com/office/drawing/2014/main" id="{620B461B-3512-45A2-A709-1226580DD8FF}"/>
              </a:ext>
            </a:extLst>
          </p:cNvPr>
          <p:cNvSpPr>
            <a:spLocks xmlns:a="http://schemas.openxmlformats.org/drawingml/2006/main" noGrp="1"/>
          </p:cNvSpPr>
          <p:nvPr/>
        </p:nvSpPr>
        <p:spPr>
          <a:xfrm xmlns:a="http://schemas.openxmlformats.org/drawingml/2006/main">
            <a:off x="676656" y="1591056"/>
            <a:ext cx="5440680" cy="41148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545E37E2-F4A5-4CB5-9DBB-F1A892F30948}"/>
              </a:ext>
            </a:extLst>
          </p:cNvPr>
          <p:cNvSpPr>
            <a:spLocks xmlns:a="http://schemas.openxmlformats.org/drawingml/2006/main" noGrp="1"/>
          </p:cNvSpPr>
          <p:nvPr/>
        </p:nvSpPr>
        <p:spPr>
          <a:xfrm xmlns:a="http://schemas.openxmlformats.org/drawingml/2006/main">
            <a:off x="6254496" y="1591056"/>
            <a:ext cx="5257800" cy="4114800"/>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3EDCC8D-E98F-4321-A299-4818AA661BCF}"/>
              </a:ext>
            </a:extLst>
          </p:cNvPr>
          <p:cNvSpPr>
            <a:spLocks xmlns:a="http://schemas.openxmlformats.org/drawingml/2006/main" noGrp="1"/>
          </p:cNvSpPr>
          <p:nvPr/>
        </p:nvSpPr>
        <p:spPr>
          <a:xfrm xmlns:a="http://schemas.openxmlformats.org/drawingml/2006/main">
            <a:off x="932688" y="1837943"/>
            <a:ext cx="4910328"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เป้าหมายของโครงงาน</a:t>
            </a:r>
          </a:p>
        </p:txBody>
      </p:sp>
      <p:sp>
        <p:nvSpPr>
          <p:cNvPr id="10" name="TextBox 9">
            <a:extLst xmlns:a="http://schemas.openxmlformats.org/drawingml/2006/main">
              <a:ext uri="{FF2B5EF4-FFF2-40B4-BE49-F238E27FC236}">
                <a16:creationId xmlns:a16="http://schemas.microsoft.com/office/drawing/2014/main" id="{BEAF7A4F-D87A-49B3-9178-56AF5E21B105}"/>
              </a:ext>
            </a:extLst>
          </p:cNvPr>
          <p:cNvSpPr>
            <a:spLocks xmlns:a="http://schemas.openxmlformats.org/drawingml/2006/main" noGrp="1"/>
          </p:cNvSpPr>
          <p:nvPr/>
        </p:nvSpPr>
        <p:spPr>
          <a:xfrm xmlns:a="http://schemas.openxmlformats.org/drawingml/2006/main">
            <a:off x="932688" y="2395728"/>
            <a:ext cx="4828032" cy="12496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a:solidFill>
                  <a:srgbClr val="1D2F3E"/>
                </a:solidFill>
                <a:latin typeface="Tahoma"/>
                <a:ea typeface="Tahoma"/>
                <a:cs typeface="Tahoma"/>
              </a:defRPr>
            </a:defPPr>
            <a:lvl1pPr algn="l">
              <a:buNone/>
              <a:defRPr sz="1800">
                <a:solidFill>
                  <a:srgbClr val="1D2F3E"/>
                </a:solidFill>
                <a:latin typeface="Tahoma"/>
                <a:ea typeface="Tahoma"/>
                <a:cs typeface="Tahoma"/>
              </a:defRPr>
            </a:lvl1pPr>
            <a:lvl2pPr algn="l">
              <a:buNone/>
              <a:defRPr sz="1800">
                <a:solidFill>
                  <a:srgbClr val="1D2F3E"/>
                </a:solidFill>
                <a:latin typeface="Tahoma"/>
                <a:ea typeface="Tahoma"/>
                <a:cs typeface="Tahoma"/>
              </a:defRPr>
            </a:lvl2pPr>
            <a:lvl3pPr algn="l">
              <a:buNone/>
              <a:defRPr sz="1800">
                <a:solidFill>
                  <a:srgbClr val="1D2F3E"/>
                </a:solidFill>
                <a:latin typeface="Tahoma"/>
                <a:ea typeface="Tahoma"/>
                <a:cs typeface="Tahoma"/>
              </a:defRPr>
            </a:lvl3pPr>
            <a:lvl4pPr algn="l">
              <a:buNone/>
              <a:defRPr sz="1800">
                <a:solidFill>
                  <a:srgbClr val="1D2F3E"/>
                </a:solidFill>
                <a:latin typeface="Tahoma"/>
                <a:ea typeface="Tahoma"/>
                <a:cs typeface="Tahoma"/>
              </a:defRPr>
            </a:lvl4pPr>
            <a:lvl5pPr algn="l">
              <a:buNone/>
              <a:defRPr sz="1800">
                <a:solidFill>
                  <a:srgbClr val="1D2F3E"/>
                </a:solidFill>
                <a:latin typeface="Tahoma"/>
                <a:ea typeface="Tahoma"/>
                <a:cs typeface="Tahoma"/>
              </a:defRPr>
            </a:lvl5pPr>
            <a:lvl6pPr algn="l">
              <a:buNone/>
              <a:defRPr sz="1800">
                <a:solidFill>
                  <a:srgbClr val="1D2F3E"/>
                </a:solidFill>
                <a:latin typeface="Tahoma"/>
                <a:ea typeface="Tahoma"/>
                <a:cs typeface="Tahoma"/>
              </a:defRPr>
            </a:lvl6pPr>
            <a:lvl7pPr algn="l">
              <a:buNone/>
              <a:defRPr sz="1800">
                <a:solidFill>
                  <a:srgbClr val="1D2F3E"/>
                </a:solidFill>
                <a:latin typeface="Tahoma"/>
                <a:ea typeface="Tahoma"/>
                <a:cs typeface="Tahoma"/>
              </a:defRPr>
            </a:lvl7pPr>
            <a:lvl8pPr algn="l">
              <a:buNone/>
              <a:defRPr sz="1800">
                <a:solidFill>
                  <a:srgbClr val="1D2F3E"/>
                </a:solidFill>
                <a:latin typeface="Tahoma"/>
                <a:ea typeface="Tahoma"/>
                <a:cs typeface="Tahoma"/>
              </a:defRPr>
            </a:lvl8pPr>
            <a:lvl9pPr algn="l">
              <a:buNone/>
              <a:defRPr sz="1800">
                <a:solidFill>
                  <a:srgbClr val="1D2F3E"/>
                </a:solidFill>
                <a:latin typeface="Tahoma"/>
                <a:ea typeface="Tahoma"/>
                <a:cs typeface="Tahoma"/>
              </a:defRPr>
            </a:lvl9pPr>
          </a:lstStyle>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1  ออกแบบ e-Senses และกระบวนการในบ้าน</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2  สกัดภาพใบซื้อสินค้าเป็น JSON ที่ตรวจได้</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3  วัดความถูกต้อง เวลา และทรัพยากรบน PC</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4  ส่งข้อมูลเข้าระบบบ้าน และต่อยอดการวิเคราะห์</a:t>
            </a:r>
          </a:p>
        </p:txBody>
      </p:sp>
      <p:sp>
        <p:nvSpPr>
          <p:cNvPr id="11" name="TextBox 10">
            <a:extLst xmlns:a="http://schemas.openxmlformats.org/drawingml/2006/main">
              <a:ext uri="{FF2B5EF4-FFF2-40B4-BE49-F238E27FC236}">
                <a16:creationId xmlns:a16="http://schemas.microsoft.com/office/drawing/2014/main" id="{C31F3C50-8E96-4425-AF55-20C3FD82C0B0}"/>
              </a:ext>
            </a:extLst>
          </p:cNvPr>
          <p:cNvSpPr>
            <a:spLocks xmlns:a="http://schemas.openxmlformats.org/drawingml/2006/main" noGrp="1"/>
          </p:cNvSpPr>
          <p:nvPr/>
        </p:nvSpPr>
        <p:spPr>
          <a:xfrm xmlns:a="http://schemas.openxmlformats.org/drawingml/2006/main">
            <a:off x="6510528" y="1837943"/>
            <a:ext cx="4709160"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006289"/>
                </a:solidFill>
                <a:latin typeface="Tahoma"/>
                <a:ea typeface="Tahoma"/>
                <a:cs typeface="Tahoma"/>
              </a:defRPr>
            </a:pPr>
            <a:r>
              <a:rPr>
                <a:latin typeface="Tahoma"/>
                <a:ea typeface="Tahoma"/>
                <a:cs typeface="Tahoma"/>
              </a:rPr>
              <a:t>ขอบเขตผลที่มีแล้ว</a:t>
            </a:r>
          </a:p>
        </p:txBody>
      </p:sp>
      <p:sp>
        <p:nvSpPr>
          <p:cNvPr id="12" name="TextBox 11">
            <a:extLst xmlns:a="http://schemas.openxmlformats.org/drawingml/2006/main">
              <a:ext uri="{FF2B5EF4-FFF2-40B4-BE49-F238E27FC236}">
                <a16:creationId xmlns:a16="http://schemas.microsoft.com/office/drawing/2014/main" id="{AF819218-DE66-4606-8491-8021156826D6}"/>
              </a:ext>
            </a:extLst>
          </p:cNvPr>
          <p:cNvSpPr>
            <a:spLocks xmlns:a="http://schemas.openxmlformats.org/drawingml/2006/main" noGrp="1"/>
          </p:cNvSpPr>
          <p:nvPr/>
        </p:nvSpPr>
        <p:spPr>
          <a:xfrm xmlns:a="http://schemas.openxmlformats.org/drawingml/2006/main">
            <a:off x="6510528" y="2423160"/>
            <a:ext cx="4617720"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ภาพและข้อความอ้างอิงหนึ่งรอบ</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YOLO และ OCR บน PC</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Local LLM สร้าง JSON</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เดโม MQTT / Home Assistant</a:t>
            </a:r>
          </a:p>
        </p:txBody>
      </p:sp>
      <p:sp>
        <p:nvSpPr>
          <p:cNvPr id="13" name="Rounded Rectangle 12">
            <a:extLst xmlns:a="http://schemas.openxmlformats.org/drawingml/2006/main">
              <a:ext uri="{FF2B5EF4-FFF2-40B4-BE49-F238E27FC236}">
                <a16:creationId xmlns:a16="http://schemas.microsoft.com/office/drawing/2014/main" id="{EA6F3CD9-BC12-49B5-877C-77C8A8E8E056}"/>
              </a:ext>
            </a:extLst>
          </p:cNvPr>
          <p:cNvSpPr>
            <a:spLocks xmlns:a="http://schemas.openxmlformats.org/drawingml/2006/main" noGrp="1"/>
          </p:cNvSpPr>
          <p:nvPr/>
        </p:nvSpPr>
        <p:spPr>
          <a:xfrm xmlns:a="http://schemas.openxmlformats.org/drawingml/2006/main">
            <a:off x="6501384" y="4882896"/>
            <a:ext cx="4462272"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46EAEEAE-8984-4812-ABB9-21A9B01E9CA4}"/>
              </a:ext>
            </a:extLst>
          </p:cNvPr>
          <p:cNvSpPr>
            <a:spLocks xmlns:a="http://schemas.openxmlformats.org/drawingml/2006/main" noGrp="1"/>
          </p:cNvSpPr>
          <p:nvPr/>
        </p:nvSpPr>
        <p:spPr>
          <a:xfrm xmlns:a="http://schemas.openxmlformats.org/drawingml/2006/main">
            <a:off x="6592824" y="4933188"/>
            <a:ext cx="4279392"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ctr">
              <a:defRPr sz="1300" b="1">
                <a:solidFill>
                  <a:srgbClr val="FFFFFF"/>
                </a:solidFill>
                <a:latin typeface="Tahoma"/>
                <a:ea typeface="Tahoma"/>
                <a:cs typeface="Tahoma"/>
              </a:defRPr>
            </a:defPPr>
            <a:lvl1pPr algn="ctr">
              <a:buNone/>
              <a:defRPr sz="1300" b="1">
                <a:solidFill>
                  <a:srgbClr val="FFFFFF"/>
                </a:solidFill>
                <a:latin typeface="Tahoma"/>
                <a:ea typeface="Tahoma"/>
                <a:cs typeface="Tahoma"/>
              </a:defRPr>
            </a:lvl1pPr>
            <a:lvl2pPr algn="ctr">
              <a:buNone/>
              <a:defRPr sz="1300" b="1">
                <a:solidFill>
                  <a:srgbClr val="FFFFFF"/>
                </a:solidFill>
                <a:latin typeface="Tahoma"/>
                <a:ea typeface="Tahoma"/>
                <a:cs typeface="Tahoma"/>
              </a:defRPr>
            </a:lvl2pPr>
            <a:lvl3pPr algn="ctr">
              <a:buNone/>
              <a:defRPr sz="1300" b="1">
                <a:solidFill>
                  <a:srgbClr val="FFFFFF"/>
                </a:solidFill>
                <a:latin typeface="Tahoma"/>
                <a:ea typeface="Tahoma"/>
                <a:cs typeface="Tahoma"/>
              </a:defRPr>
            </a:lvl3pPr>
            <a:lvl4pPr algn="ctr">
              <a:buNone/>
              <a:defRPr sz="1300" b="1">
                <a:solidFill>
                  <a:srgbClr val="FFFFFF"/>
                </a:solidFill>
                <a:latin typeface="Tahoma"/>
                <a:ea typeface="Tahoma"/>
                <a:cs typeface="Tahoma"/>
              </a:defRPr>
            </a:lvl4pPr>
            <a:lvl5pPr algn="ctr">
              <a:buNone/>
              <a:defRPr sz="1300" b="1">
                <a:solidFill>
                  <a:srgbClr val="FFFFFF"/>
                </a:solidFill>
                <a:latin typeface="Tahoma"/>
                <a:ea typeface="Tahoma"/>
                <a:cs typeface="Tahoma"/>
              </a:defRPr>
            </a:lvl5pPr>
            <a:lvl6pPr algn="ctr">
              <a:buNone/>
              <a:defRPr sz="1300" b="1">
                <a:solidFill>
                  <a:srgbClr val="FFFFFF"/>
                </a:solidFill>
                <a:latin typeface="Tahoma"/>
                <a:ea typeface="Tahoma"/>
                <a:cs typeface="Tahoma"/>
              </a:defRPr>
            </a:lvl6pPr>
            <a:lvl7pPr algn="ctr">
              <a:buNone/>
              <a:defRPr sz="1300" b="1">
                <a:solidFill>
                  <a:srgbClr val="FFFFFF"/>
                </a:solidFill>
                <a:latin typeface="Tahoma"/>
                <a:ea typeface="Tahoma"/>
                <a:cs typeface="Tahoma"/>
              </a:defRPr>
            </a:lvl7pPr>
            <a:lvl8pPr algn="ctr">
              <a:buNone/>
              <a:defRPr sz="1300" b="1">
                <a:solidFill>
                  <a:srgbClr val="FFFFFF"/>
                </a:solidFill>
                <a:latin typeface="Tahoma"/>
                <a:ea typeface="Tahoma"/>
                <a:cs typeface="Tahoma"/>
              </a:defRPr>
            </a:lvl8pPr>
            <a:lvl9pPr algn="ctr">
              <a:buNone/>
              <a:defRPr sz="1300" b="1">
                <a:solidFill>
                  <a:srgbClr val="FFFFFF"/>
                </a:solidFill>
                <a:latin typeface="Tahoma"/>
                <a:ea typeface="Tahoma"/>
                <a:cs typeface="Tahoma"/>
              </a:defRPr>
            </a:lvl9pPr>
          </a:lstStyle>
          <a:p xmlns:a="http://schemas.openxmlformats.org/drawingml/2006/main">
            <a:pPr algn="ctr">
              <a:spcAft>
                <a:spcPts val="400"/>
              </a:spcAft>
              <a:buNone/>
              <a:defRPr sz="1300" b="1">
                <a:solidFill>
                  <a:srgbClr val="FFFFFF"/>
                </a:solidFill>
                <a:latin typeface="Tahoma"/>
                <a:ea typeface="Tahoma"/>
                <a:cs typeface="Tahoma"/>
              </a:defRPr>
            </a:pPr>
            <a:r>
              <a:rPr sz="1300" b="1">
                <a:solidFill>
                  <a:srgbClr val="FFFFFF"/>
                </a:solidFill>
                <a:latin typeface="Tahoma"/>
                <a:ea typeface="Tahoma"/>
                <a:cs typeface="Tahoma"/>
              </a:rPr>
              <a:t>ยังไม่มีคะแนนเนื้อหา JSON / NPU</a:t>
            </a:r>
          </a:p>
        </p:txBody>
      </p:sp>
    </p:spTree>
    <p:extLst>
      <p:ext uri="{BB962C8B-B14F-4D97-AF65-F5344CB8AC3E}">
        <p14:creationId xmlns:p14="http://schemas.microsoft.com/office/powerpoint/2010/main" val="1163417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BB65153-8E14-4887-8BB1-7C60DA8D9B7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ฐานวิชาการ: คัดกรองวรรณกรรมก่อนออกแบบ</a:t>
            </a:r>
          </a:p>
        </p:txBody>
      </p:sp>
      <p:sp>
        <p:nvSpPr>
          <p:cNvPr id="3" name="TextBox 2">
            <a:extLst xmlns:a="http://schemas.openxmlformats.org/drawingml/2006/main">
              <a:ext uri="{FF2B5EF4-FFF2-40B4-BE49-F238E27FC236}">
                <a16:creationId xmlns:a16="http://schemas.microsoft.com/office/drawing/2014/main" id="{51E69EF3-323D-4688-B829-6A8330F28778}"/>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รายงานทบทวนวรรณกรรม 32 หน้าเป็นฐานของสถาปัตยกรรมและคำถามวิจัย</a:t>
            </a:r>
          </a:p>
        </p:txBody>
      </p:sp>
      <p:sp>
        <p:nvSpPr>
          <p:cNvPr id="4" name="Connector 3">
            <a:extLst xmlns:a="http://schemas.openxmlformats.org/drawingml/2006/main">
              <a:ext uri="{FF2B5EF4-FFF2-40B4-BE49-F238E27FC236}">
                <a16:creationId xmlns:a16="http://schemas.microsoft.com/office/drawing/2014/main" id="{E2486FC0-FB7F-4D20-ABB5-0CD991837D8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7A4442A9-7298-48CB-87B8-B7F3BAF70301}"/>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A83D264A-238D-45CD-BE96-FC5EC06802F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5</a:t>
            </a:r>
          </a:p>
        </p:txBody>
      </p:sp>
      <p:sp>
        <p:nvSpPr>
          <p:cNvPr id="7" name="Rounded Rectangle 6">
            <a:extLst xmlns:a="http://schemas.openxmlformats.org/drawingml/2006/main">
              <a:ext uri="{FF2B5EF4-FFF2-40B4-BE49-F238E27FC236}">
                <a16:creationId xmlns:a16="http://schemas.microsoft.com/office/drawing/2014/main" id="{31448B39-0FD5-4097-A660-F23DA63968F9}"/>
              </a:ext>
            </a:extLst>
          </p:cNvPr>
          <p:cNvSpPr>
            <a:spLocks xmlns:a="http://schemas.openxmlformats.org/drawingml/2006/main" noGrp="1"/>
          </p:cNvSpPr>
          <p:nvPr/>
        </p:nvSpPr>
        <p:spPr>
          <a:xfrm xmlns:a="http://schemas.openxmlformats.org/drawingml/2006/main">
            <a:off x="1110995" y="1691640"/>
            <a:ext cx="9966960" cy="6217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E07A905-31DC-4B1B-B190-5A243572FC10}"/>
              </a:ext>
            </a:extLst>
          </p:cNvPr>
          <p:cNvSpPr>
            <a:spLocks xmlns:a="http://schemas.openxmlformats.org/drawingml/2006/main" noGrp="1"/>
          </p:cNvSpPr>
          <p:nvPr/>
        </p:nvSpPr>
        <p:spPr>
          <a:xfrm xmlns:a="http://schemas.openxmlformats.org/drawingml/2006/main">
            <a:off x="1293875" y="1792224"/>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57</a:t>
            </a:r>
          </a:p>
        </p:txBody>
      </p:sp>
      <p:sp>
        <p:nvSpPr>
          <p:cNvPr id="9" name="TextBox 8">
            <a:extLst xmlns:a="http://schemas.openxmlformats.org/drawingml/2006/main">
              <a:ext uri="{FF2B5EF4-FFF2-40B4-BE49-F238E27FC236}">
                <a16:creationId xmlns:a16="http://schemas.microsoft.com/office/drawing/2014/main" id="{B946A645-503E-49C9-A7A6-ACAA16024BFB}"/>
              </a:ext>
            </a:extLst>
          </p:cNvPr>
          <p:cNvSpPr>
            <a:spLocks xmlns:a="http://schemas.openxmlformats.org/drawingml/2006/main" noGrp="1"/>
          </p:cNvSpPr>
          <p:nvPr/>
        </p:nvSpPr>
        <p:spPr>
          <a:xfrm xmlns:a="http://schemas.openxmlformats.org/drawingml/2006/main">
            <a:off x="2052828" y="1847088"/>
            <a:ext cx="8833104"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ค้นพบและติดแท็ก</a:t>
            </a:r>
          </a:p>
        </p:txBody>
      </p:sp>
      <p:sp>
        <p:nvSpPr>
          <p:cNvPr id="10" name="Rounded Rectangle 9">
            <a:extLst xmlns:a="http://schemas.openxmlformats.org/drawingml/2006/main">
              <a:ext uri="{FF2B5EF4-FFF2-40B4-BE49-F238E27FC236}">
                <a16:creationId xmlns:a16="http://schemas.microsoft.com/office/drawing/2014/main" id="{2BDA44F0-2DDE-49BA-9CC6-42DA87B940DD}"/>
              </a:ext>
            </a:extLst>
          </p:cNvPr>
          <p:cNvSpPr>
            <a:spLocks xmlns:a="http://schemas.openxmlformats.org/drawingml/2006/main" noGrp="1"/>
          </p:cNvSpPr>
          <p:nvPr/>
        </p:nvSpPr>
        <p:spPr>
          <a:xfrm xmlns:a="http://schemas.openxmlformats.org/drawingml/2006/main">
            <a:off x="1933956" y="2542032"/>
            <a:ext cx="8321040" cy="621792"/>
          </a:xfrm>
          <a:prstGeom xmlns:a="http://schemas.openxmlformats.org/drawingml/2006/main" prst="round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B9182C88-8235-427F-AC2B-EB56805C35B5}"/>
              </a:ext>
            </a:extLst>
          </p:cNvPr>
          <p:cNvSpPr>
            <a:spLocks xmlns:a="http://schemas.openxmlformats.org/drawingml/2006/main" noGrp="1"/>
          </p:cNvSpPr>
          <p:nvPr/>
        </p:nvSpPr>
        <p:spPr>
          <a:xfrm xmlns:a="http://schemas.openxmlformats.org/drawingml/2006/main">
            <a:off x="2116836" y="2642616"/>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37</a:t>
            </a:r>
          </a:p>
        </p:txBody>
      </p:sp>
      <p:sp>
        <p:nvSpPr>
          <p:cNvPr id="12" name="TextBox 11">
            <a:extLst xmlns:a="http://schemas.openxmlformats.org/drawingml/2006/main">
              <a:ext uri="{FF2B5EF4-FFF2-40B4-BE49-F238E27FC236}">
                <a16:creationId xmlns:a16="http://schemas.microsoft.com/office/drawing/2014/main" id="{CEBCA1CF-FFA4-49F4-9B49-26B6943FEA2F}"/>
              </a:ext>
            </a:extLst>
          </p:cNvPr>
          <p:cNvSpPr>
            <a:spLocks xmlns:a="http://schemas.openxmlformats.org/drawingml/2006/main" noGrp="1"/>
          </p:cNvSpPr>
          <p:nvPr/>
        </p:nvSpPr>
        <p:spPr>
          <a:xfrm xmlns:a="http://schemas.openxmlformats.org/drawingml/2006/main">
            <a:off x="2875788" y="2697480"/>
            <a:ext cx="7187183"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สถานะ Scopus เบื้องต้น</a:t>
            </a:r>
          </a:p>
        </p:txBody>
      </p:sp>
      <p:sp>
        <p:nvSpPr>
          <p:cNvPr id="13" name="Rounded Rectangle 12">
            <a:extLst xmlns:a="http://schemas.openxmlformats.org/drawingml/2006/main">
              <a:ext uri="{FF2B5EF4-FFF2-40B4-BE49-F238E27FC236}">
                <a16:creationId xmlns:a16="http://schemas.microsoft.com/office/drawing/2014/main" id="{CEA5EDB4-FF94-4202-894D-00CDF73866B7}"/>
              </a:ext>
            </a:extLst>
          </p:cNvPr>
          <p:cNvSpPr>
            <a:spLocks xmlns:a="http://schemas.openxmlformats.org/drawingml/2006/main" noGrp="1"/>
          </p:cNvSpPr>
          <p:nvPr/>
        </p:nvSpPr>
        <p:spPr>
          <a:xfrm xmlns:a="http://schemas.openxmlformats.org/drawingml/2006/main">
            <a:off x="2711196" y="3392424"/>
            <a:ext cx="6766560" cy="621792"/>
          </a:xfrm>
          <a:prstGeom xmlns:a="http://schemas.openxmlformats.org/drawingml/2006/main" prst="roundRect">
            <a:avLst/>
          </a:prstGeom>
          <a:solidFill xmlns:a="http://schemas.openxmlformats.org/drawingml/2006/main">
            <a:srgbClr val="2688A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3C12FCA-ABE9-49DD-8F0D-EA41AC5A68A8}"/>
              </a:ext>
            </a:extLst>
          </p:cNvPr>
          <p:cNvSpPr>
            <a:spLocks xmlns:a="http://schemas.openxmlformats.org/drawingml/2006/main" noGrp="1"/>
          </p:cNvSpPr>
          <p:nvPr/>
        </p:nvSpPr>
        <p:spPr>
          <a:xfrm xmlns:a="http://schemas.openxmlformats.org/drawingml/2006/main">
            <a:off x="2894076" y="3493008"/>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35</a:t>
            </a:r>
          </a:p>
        </p:txBody>
      </p:sp>
      <p:sp>
        <p:nvSpPr>
          <p:cNvPr id="15" name="TextBox 14">
            <a:extLst xmlns:a="http://schemas.openxmlformats.org/drawingml/2006/main">
              <a:ext uri="{FF2B5EF4-FFF2-40B4-BE49-F238E27FC236}">
                <a16:creationId xmlns:a16="http://schemas.microsoft.com/office/drawing/2014/main" id="{569BBD98-A6CA-4B20-8405-991443A20E03}"/>
              </a:ext>
            </a:extLst>
          </p:cNvPr>
          <p:cNvSpPr>
            <a:spLocks xmlns:a="http://schemas.openxmlformats.org/drawingml/2006/main" noGrp="1"/>
          </p:cNvSpPr>
          <p:nvPr/>
        </p:nvSpPr>
        <p:spPr>
          <a:xfrm xmlns:a="http://schemas.openxmlformats.org/drawingml/2006/main">
            <a:off x="3653028" y="3547872"/>
            <a:ext cx="5632704"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คงไว้หลังตรวจซ้ำ (มีข้อสงวน 1)</a:t>
            </a:r>
          </a:p>
        </p:txBody>
      </p:sp>
      <p:sp>
        <p:nvSpPr>
          <p:cNvPr id="16" name="Rounded Rectangle 15">
            <a:extLst xmlns:a="http://schemas.openxmlformats.org/drawingml/2006/main">
              <a:ext uri="{FF2B5EF4-FFF2-40B4-BE49-F238E27FC236}">
                <a16:creationId xmlns:a16="http://schemas.microsoft.com/office/drawing/2014/main" id="{E1A92568-E8CF-4C72-9A8D-DE9CC2CF8FCC}"/>
              </a:ext>
            </a:extLst>
          </p:cNvPr>
          <p:cNvSpPr>
            <a:spLocks xmlns:a="http://schemas.openxmlformats.org/drawingml/2006/main" noGrp="1"/>
          </p:cNvSpPr>
          <p:nvPr/>
        </p:nvSpPr>
        <p:spPr>
          <a:xfrm xmlns:a="http://schemas.openxmlformats.org/drawingml/2006/main">
            <a:off x="3534156" y="4242816"/>
            <a:ext cx="5120640" cy="621792"/>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79C972D2-BADB-48C7-86F7-7BECD879C533}"/>
              </a:ext>
            </a:extLst>
          </p:cNvPr>
          <p:cNvSpPr>
            <a:spLocks xmlns:a="http://schemas.openxmlformats.org/drawingml/2006/main" noGrp="1"/>
          </p:cNvSpPr>
          <p:nvPr/>
        </p:nvSpPr>
        <p:spPr>
          <a:xfrm xmlns:a="http://schemas.openxmlformats.org/drawingml/2006/main">
            <a:off x="3717036" y="4343400"/>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12</a:t>
            </a:r>
          </a:p>
        </p:txBody>
      </p:sp>
      <p:sp>
        <p:nvSpPr>
          <p:cNvPr id="18" name="TextBox 17">
            <a:extLst xmlns:a="http://schemas.openxmlformats.org/drawingml/2006/main">
              <a:ext uri="{FF2B5EF4-FFF2-40B4-BE49-F238E27FC236}">
                <a16:creationId xmlns:a16="http://schemas.microsoft.com/office/drawing/2014/main" id="{10554454-1075-4448-8C19-17F0D8317B91}"/>
              </a:ext>
            </a:extLst>
          </p:cNvPr>
          <p:cNvSpPr>
            <a:spLocks xmlns:a="http://schemas.openxmlformats.org/drawingml/2006/main" noGrp="1"/>
          </p:cNvSpPr>
          <p:nvPr/>
        </p:nvSpPr>
        <p:spPr>
          <a:xfrm xmlns:a="http://schemas.openxmlformats.org/drawingml/2006/main">
            <a:off x="4475988" y="4398264"/>
            <a:ext cx="3986783"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ใช้สังเคราะห์ในรายงาน</a:t>
            </a:r>
          </a:p>
        </p:txBody>
      </p:sp>
      <p:sp>
        <p:nvSpPr>
          <p:cNvPr id="19" name="TextBox 18">
            <a:extLst xmlns:a="http://schemas.openxmlformats.org/drawingml/2006/main">
              <a:ext uri="{FF2B5EF4-FFF2-40B4-BE49-F238E27FC236}">
                <a16:creationId xmlns:a16="http://schemas.microsoft.com/office/drawing/2014/main" id="{E14756DB-7B99-4E5D-85E2-1C50F3040F62}"/>
              </a:ext>
            </a:extLst>
          </p:cNvPr>
          <p:cNvSpPr>
            <a:spLocks xmlns:a="http://schemas.openxmlformats.org/drawingml/2006/main" noGrp="1"/>
          </p:cNvSpPr>
          <p:nvPr/>
        </p:nvSpPr>
        <p:spPr>
          <a:xfrm xmlns:a="http://schemas.openxmlformats.org/drawingml/2006/main">
            <a:off x="804672" y="5376672"/>
            <a:ext cx="1060704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ใน 12 ฉบับ มีงานในกรอบสามมิติ 11 ฉบับ และงานสนับสนุนข้ามศาสตร์ 1 ฉบับ</a:t>
            </a:r>
          </a:p>
        </p:txBody>
      </p:sp>
    </p:spTree>
    <p:extLst>
      <p:ext uri="{BB962C8B-B14F-4D97-AF65-F5344CB8AC3E}">
        <p14:creationId xmlns:p14="http://schemas.microsoft.com/office/powerpoint/2010/main" val="18804983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C1575AD-E3F4-481A-AE12-B3562F978939}"/>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3 มิติของกรอบ Performance Trade-off</a:t>
            </a:r>
          </a:p>
        </p:txBody>
      </p:sp>
      <p:sp>
        <p:nvSpPr>
          <p:cNvPr id="3" name="TextBox 2">
            <a:extLst xmlns:a="http://schemas.openxmlformats.org/drawingml/2006/main">
              <a:ext uri="{FF2B5EF4-FFF2-40B4-BE49-F238E27FC236}">
                <a16:creationId xmlns:a16="http://schemas.microsoft.com/office/drawing/2014/main" id="{1A7CBD32-690B-4B37-BB88-3377C3075830}"/>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ข้อสรุปจากงานทบทวน ใช้กำหนดตัวแปรและตัววัดของการทดลอง</a:t>
            </a:r>
          </a:p>
        </p:txBody>
      </p:sp>
      <p:sp>
        <p:nvSpPr>
          <p:cNvPr id="4" name="Connector 3">
            <a:extLst xmlns:a="http://schemas.openxmlformats.org/drawingml/2006/main">
              <a:ext uri="{FF2B5EF4-FFF2-40B4-BE49-F238E27FC236}">
                <a16:creationId xmlns:a16="http://schemas.microsoft.com/office/drawing/2014/main" id="{EA975F12-22F9-4492-97ED-7186FADD77BA}"/>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59BB411-22DA-4194-90BC-27421C639837}"/>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6C8563E4-F29D-4FFB-8BF2-CE17E0A4440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6</a:t>
            </a:r>
          </a:p>
        </p:txBody>
      </p:sp>
      <p:sp>
        <p:nvSpPr>
          <p:cNvPr id="7" name="Rounded Rectangle 6">
            <a:extLst xmlns:a="http://schemas.openxmlformats.org/drawingml/2006/main">
              <a:ext uri="{FF2B5EF4-FFF2-40B4-BE49-F238E27FC236}">
                <a16:creationId xmlns:a16="http://schemas.microsoft.com/office/drawing/2014/main" id="{B595BA88-6DCF-4B28-9E55-32F52F09E04B}"/>
              </a:ext>
            </a:extLst>
          </p:cNvPr>
          <p:cNvSpPr>
            <a:spLocks xmlns:a="http://schemas.openxmlformats.org/drawingml/2006/main" noGrp="1"/>
          </p:cNvSpPr>
          <p:nvPr/>
        </p:nvSpPr>
        <p:spPr>
          <a:xfrm xmlns:a="http://schemas.openxmlformats.org/drawingml/2006/main">
            <a:off x="694944"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FC486C6C-832A-461A-8622-2E476B180BD8}"/>
              </a:ext>
            </a:extLst>
          </p:cNvPr>
          <p:cNvSpPr>
            <a:spLocks xmlns:a="http://schemas.openxmlformats.org/drawingml/2006/main" noGrp="1"/>
          </p:cNvSpPr>
          <p:nvPr/>
        </p:nvSpPr>
        <p:spPr>
          <a:xfrm xmlns:a="http://schemas.openxmlformats.org/drawingml/2006/main">
            <a:off x="694944"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92E01A29-ABAF-4B1F-9B29-67BAC19E622A}"/>
              </a:ext>
            </a:extLst>
          </p:cNvPr>
          <p:cNvSpPr>
            <a:spLocks xmlns:a="http://schemas.openxmlformats.org/drawingml/2006/main" noGrp="1"/>
          </p:cNvSpPr>
          <p:nvPr/>
        </p:nvSpPr>
        <p:spPr>
          <a:xfrm xmlns:a="http://schemas.openxmlformats.org/drawingml/2006/main">
            <a:off x="923544"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Quantization / Hardware</a:t>
            </a:r>
          </a:p>
        </p:txBody>
      </p:sp>
      <p:sp>
        <p:nvSpPr>
          <p:cNvPr id="10" name="TextBox 9">
            <a:extLst xmlns:a="http://schemas.openxmlformats.org/drawingml/2006/main">
              <a:ext uri="{FF2B5EF4-FFF2-40B4-BE49-F238E27FC236}">
                <a16:creationId xmlns:a16="http://schemas.microsoft.com/office/drawing/2014/main" id="{C826F98F-C9E0-4EF8-8C81-C1AF86A28BD5}"/>
              </a:ext>
            </a:extLst>
          </p:cNvPr>
          <p:cNvSpPr>
            <a:spLocks xmlns:a="http://schemas.openxmlformats.org/drawingml/2006/main" noGrp="1"/>
          </p:cNvSpPr>
          <p:nvPr/>
        </p:nvSpPr>
        <p:spPr>
          <a:xfrm xmlns:a="http://schemas.openxmlformats.org/drawingml/2006/main">
            <a:off x="923544"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Husom และ Giedra ชี้ให้วัดความถูกต้องคู่กับเวลา RAM และพลังงาน</a:t>
            </a:r>
          </a:p>
        </p:txBody>
      </p:sp>
      <p:sp>
        <p:nvSpPr>
          <p:cNvPr id="11" name="TextBox 10">
            <a:extLst xmlns:a="http://schemas.openxmlformats.org/drawingml/2006/main">
              <a:ext uri="{FF2B5EF4-FFF2-40B4-BE49-F238E27FC236}">
                <a16:creationId xmlns:a16="http://schemas.microsoft.com/office/drawing/2014/main" id="{616D0673-4C8A-4C64-84A5-26AFEF41D325}"/>
              </a:ext>
            </a:extLst>
          </p:cNvPr>
          <p:cNvSpPr>
            <a:spLocks xmlns:a="http://schemas.openxmlformats.org/drawingml/2006/main" noGrp="1"/>
          </p:cNvSpPr>
          <p:nvPr/>
        </p:nvSpPr>
        <p:spPr>
          <a:xfrm xmlns:a="http://schemas.openxmlformats.org/drawingml/2006/main">
            <a:off x="923544"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P1–P4, P6, P10</a:t>
            </a:r>
          </a:p>
        </p:txBody>
      </p:sp>
      <p:sp>
        <p:nvSpPr>
          <p:cNvPr id="12" name="Rounded Rectangle 11">
            <a:extLst xmlns:a="http://schemas.openxmlformats.org/drawingml/2006/main">
              <a:ext uri="{FF2B5EF4-FFF2-40B4-BE49-F238E27FC236}">
                <a16:creationId xmlns:a16="http://schemas.microsoft.com/office/drawing/2014/main" id="{33613464-B169-42CA-BB8B-C481507B06FF}"/>
              </a:ext>
            </a:extLst>
          </p:cNvPr>
          <p:cNvSpPr>
            <a:spLocks xmlns:a="http://schemas.openxmlformats.org/drawingml/2006/main" noGrp="1"/>
          </p:cNvSpPr>
          <p:nvPr/>
        </p:nvSpPr>
        <p:spPr>
          <a:xfrm xmlns:a="http://schemas.openxmlformats.org/drawingml/2006/main">
            <a:off x="4517136"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B480B879-6820-42C9-B1F0-8AD155A05E98}"/>
              </a:ext>
            </a:extLst>
          </p:cNvPr>
          <p:cNvSpPr>
            <a:spLocks xmlns:a="http://schemas.openxmlformats.org/drawingml/2006/main" noGrp="1"/>
          </p:cNvSpPr>
          <p:nvPr/>
        </p:nvSpPr>
        <p:spPr>
          <a:xfrm xmlns:a="http://schemas.openxmlformats.org/drawingml/2006/main">
            <a:off x="4517136"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3A88DF2A-A2A4-48F5-B7AE-91FB8E3780B5}"/>
              </a:ext>
            </a:extLst>
          </p:cNvPr>
          <p:cNvSpPr>
            <a:spLocks xmlns:a="http://schemas.openxmlformats.org/drawingml/2006/main" noGrp="1"/>
          </p:cNvSpPr>
          <p:nvPr/>
        </p:nvSpPr>
        <p:spPr>
          <a:xfrm xmlns:a="http://schemas.openxmlformats.org/drawingml/2006/main">
            <a:off x="4745736"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Structured Output</a:t>
            </a:r>
          </a:p>
        </p:txBody>
      </p:sp>
      <p:sp>
        <p:nvSpPr>
          <p:cNvPr id="15" name="TextBox 14">
            <a:extLst xmlns:a="http://schemas.openxmlformats.org/drawingml/2006/main">
              <a:ext uri="{FF2B5EF4-FFF2-40B4-BE49-F238E27FC236}">
                <a16:creationId xmlns:a16="http://schemas.microsoft.com/office/drawing/2014/main" id="{039B167F-1867-42CA-8C97-5644BCBAB910}"/>
              </a:ext>
            </a:extLst>
          </p:cNvPr>
          <p:cNvSpPr>
            <a:spLocks xmlns:a="http://schemas.openxmlformats.org/drawingml/2006/main" noGrp="1"/>
          </p:cNvSpPr>
          <p:nvPr/>
        </p:nvSpPr>
        <p:spPr>
          <a:xfrm xmlns:a="http://schemas.openxmlformats.org/drawingml/2006/main">
            <a:off x="4745736"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SGLang เป็นฐานคิดเรื่อง grammar; ต้องตรวจทั้ง schema และค่าจากใบเสร็จ</a:t>
            </a:r>
          </a:p>
        </p:txBody>
      </p:sp>
      <p:sp>
        <p:nvSpPr>
          <p:cNvPr id="16" name="TextBox 15">
            <a:extLst xmlns:a="http://schemas.openxmlformats.org/drawingml/2006/main">
              <a:ext uri="{FF2B5EF4-FFF2-40B4-BE49-F238E27FC236}">
                <a16:creationId xmlns:a16="http://schemas.microsoft.com/office/drawing/2014/main" id="{01D50103-E8E3-4AA9-98DB-AF313DC36685}"/>
              </a:ext>
            </a:extLst>
          </p:cNvPr>
          <p:cNvSpPr>
            <a:spLocks xmlns:a="http://schemas.openxmlformats.org/drawingml/2006/main" noGrp="1"/>
          </p:cNvSpPr>
          <p:nvPr/>
        </p:nvSpPr>
        <p:spPr>
          <a:xfrm xmlns:a="http://schemas.openxmlformats.org/drawingml/2006/main">
            <a:off x="4745736"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P8–P9</a:t>
            </a:r>
          </a:p>
        </p:txBody>
      </p:sp>
      <p:sp>
        <p:nvSpPr>
          <p:cNvPr id="17" name="Rounded Rectangle 16">
            <a:extLst xmlns:a="http://schemas.openxmlformats.org/drawingml/2006/main">
              <a:ext uri="{FF2B5EF4-FFF2-40B4-BE49-F238E27FC236}">
                <a16:creationId xmlns:a16="http://schemas.microsoft.com/office/drawing/2014/main" id="{72FBF8EE-7F79-408E-B15D-0FAB717CD0A4}"/>
              </a:ext>
            </a:extLst>
          </p:cNvPr>
          <p:cNvSpPr>
            <a:spLocks xmlns:a="http://schemas.openxmlformats.org/drawingml/2006/main" noGrp="1"/>
          </p:cNvSpPr>
          <p:nvPr/>
        </p:nvSpPr>
        <p:spPr>
          <a:xfrm xmlns:a="http://schemas.openxmlformats.org/drawingml/2006/main">
            <a:off x="8339327"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A027B3D5-2945-4451-81C8-18B2EA9DB407}"/>
              </a:ext>
            </a:extLst>
          </p:cNvPr>
          <p:cNvSpPr>
            <a:spLocks xmlns:a="http://schemas.openxmlformats.org/drawingml/2006/main" noGrp="1"/>
          </p:cNvSpPr>
          <p:nvPr/>
        </p:nvSpPr>
        <p:spPr>
          <a:xfrm xmlns:a="http://schemas.openxmlformats.org/drawingml/2006/main">
            <a:off x="8339327"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2D026D3-F01D-4A23-A80D-EA352C9D4173}"/>
              </a:ext>
            </a:extLst>
          </p:cNvPr>
          <p:cNvSpPr>
            <a:spLocks xmlns:a="http://schemas.openxmlformats.org/drawingml/2006/main" noGrp="1"/>
          </p:cNvSpPr>
          <p:nvPr/>
        </p:nvSpPr>
        <p:spPr>
          <a:xfrm xmlns:a="http://schemas.openxmlformats.org/drawingml/2006/main">
            <a:off x="8567928"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Smart Home / IoT</a:t>
            </a:r>
          </a:p>
        </p:txBody>
      </p:sp>
      <p:sp>
        <p:nvSpPr>
          <p:cNvPr id="20" name="TextBox 19">
            <a:extLst xmlns:a="http://schemas.openxmlformats.org/drawingml/2006/main">
              <a:ext uri="{FF2B5EF4-FFF2-40B4-BE49-F238E27FC236}">
                <a16:creationId xmlns:a16="http://schemas.microsoft.com/office/drawing/2014/main" id="{214CDC60-7F72-4B7D-A941-2E771005E35E}"/>
              </a:ext>
            </a:extLst>
          </p:cNvPr>
          <p:cNvSpPr>
            <a:spLocks xmlns:a="http://schemas.openxmlformats.org/drawingml/2006/main" noGrp="1"/>
          </p:cNvSpPr>
          <p:nvPr/>
        </p:nvSpPr>
        <p:spPr>
          <a:xfrm xmlns:a="http://schemas.openxmlformats.org/drawingml/2006/main">
            <a:off x="8567928"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ESP32/MQTT และอนุกรมเวลาเป็นฐานชั้นปลายน้ำเมื่อมีข้อมูลเพียงพอ</a:t>
            </a:r>
          </a:p>
        </p:txBody>
      </p:sp>
      <p:sp>
        <p:nvSpPr>
          <p:cNvPr id="21" name="TextBox 20">
            <a:extLst xmlns:a="http://schemas.openxmlformats.org/drawingml/2006/main">
              <a:ext uri="{FF2B5EF4-FFF2-40B4-BE49-F238E27FC236}">
                <a16:creationId xmlns:a16="http://schemas.microsoft.com/office/drawing/2014/main" id="{14107648-4BA7-4B55-A4F2-3B987D51BC6B}"/>
              </a:ext>
            </a:extLst>
          </p:cNvPr>
          <p:cNvSpPr>
            <a:spLocks xmlns:a="http://schemas.openxmlformats.org/drawingml/2006/main" noGrp="1"/>
          </p:cNvSpPr>
          <p:nvPr/>
        </p:nvSpPr>
        <p:spPr>
          <a:xfrm xmlns:a="http://schemas.openxmlformats.org/drawingml/2006/main">
            <a:off x="8567928"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P7, P11–P12</a:t>
            </a:r>
          </a:p>
        </p:txBody>
      </p:sp>
      <p:sp>
        <p:nvSpPr>
          <p:cNvPr id="22" name="TextBox 21">
            <a:extLst xmlns:a="http://schemas.openxmlformats.org/drawingml/2006/main">
              <a:ext uri="{FF2B5EF4-FFF2-40B4-BE49-F238E27FC236}">
                <a16:creationId xmlns:a16="http://schemas.microsoft.com/office/drawing/2014/main" id="{32364692-B52A-49BC-9ACC-8F10A0B4A3BA}"/>
              </a:ext>
            </a:extLst>
          </p:cNvPr>
          <p:cNvSpPr>
            <a:spLocks xmlns:a="http://schemas.openxmlformats.org/drawingml/2006/main" noGrp="1"/>
          </p:cNvSpPr>
          <p:nvPr/>
        </p:nvSpPr>
        <p:spPr>
          <a:xfrm xmlns:a="http://schemas.openxmlformats.org/drawingml/2006/main">
            <a:off x="731520" y="5330952"/>
            <a:ext cx="106984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ขอบเขตของข้อค้นพบ: เป็นผลการสังเคราะห์ภายในชุดบทความที่คัด ไม่ใช่การพิสูจน์ว่าทั่วโลกไม่มีงานอื่น</a:t>
            </a:r>
          </a:p>
        </p:txBody>
      </p:sp>
      <p:sp>
        <p:nvSpPr>
          <p:cNvPr id="23" name="TextBox 22">
            <a:extLst xmlns:a="http://schemas.openxmlformats.org/drawingml/2006/main">
              <a:ext uri="{FF2B5EF4-FFF2-40B4-BE49-F238E27FC236}">
                <a16:creationId xmlns:a16="http://schemas.microsoft.com/office/drawing/2014/main" id="{D5326FDE-A59C-4310-846E-BD2417A27958}"/>
              </a:ext>
            </a:extLst>
          </p:cNvPr>
          <p:cNvSpPr>
            <a:spLocks xmlns:a="http://schemas.openxmlformats.org/drawingml/2006/main" noGrp="1"/>
          </p:cNvSpPr>
          <p:nvPr/>
        </p:nvSpPr>
        <p:spPr>
          <a:xfrm xmlns:a="http://schemas.openxmlformats.org/drawingml/2006/main">
            <a:off x="731520" y="5879592"/>
            <a:ext cx="1074420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000" b="0">
                <a:solidFill>
                  <a:srgbClr val="576975"/>
                </a:solidFill>
                <a:latin typeface="Tahoma"/>
                <a:ea typeface="Tahoma"/>
                <a:cs typeface="Tahoma"/>
              </a:defRPr>
            </a:pPr>
            <a:r>
              <a:rPr>
                <a:latin typeface="Tahoma"/>
                <a:ea typeface="Tahoma"/>
                <a:cs typeface="Tahoma"/>
              </a:rPr>
              <a:t>ที่มา: Husom et al. (2025), Giedra et al. (2026), Zheng et al. (2024), Sawalha &amp; Al-Naymat (2025), Serepas et al. (2025)</a:t>
            </a:r>
          </a:p>
        </p:txBody>
      </p:sp>
    </p:spTree>
    <p:extLst>
      <p:ext uri="{BB962C8B-B14F-4D97-AF65-F5344CB8AC3E}">
        <p14:creationId xmlns:p14="http://schemas.microsoft.com/office/powerpoint/2010/main" val="7741155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A9B1123-5FFC-4C53-BD9B-A7637E6DF85A}"/>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จุดร่วมและความต่างของงานที่ทบทวน</a:t>
            </a:r>
          </a:p>
        </p:txBody>
      </p:sp>
      <p:sp>
        <p:nvSpPr>
          <p:cNvPr id="3" name="TextBox 2">
            <a:extLst xmlns:a="http://schemas.openxmlformats.org/drawingml/2006/main">
              <a:ext uri="{FF2B5EF4-FFF2-40B4-BE49-F238E27FC236}">
                <a16:creationId xmlns:a16="http://schemas.microsoft.com/office/drawing/2014/main" id="{DBDBDC33-F39B-4317-9C97-1BE57E894FED}"/>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ผลต่างด้านเครื่องและโจทย์ทำให้ย้ายตัวเลขจากบทความมาอ้างกับระบบบ้านไม่ได้ตรง ๆ</a:t>
            </a:r>
          </a:p>
        </p:txBody>
      </p:sp>
      <p:sp>
        <p:nvSpPr>
          <p:cNvPr id="4" name="Connector 3">
            <a:extLst xmlns:a="http://schemas.openxmlformats.org/drawingml/2006/main">
              <a:ext uri="{FF2B5EF4-FFF2-40B4-BE49-F238E27FC236}">
                <a16:creationId xmlns:a16="http://schemas.microsoft.com/office/drawing/2014/main" id="{96F63072-869E-4EC9-B2D3-5CEA200C5704}"/>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6CDDCFDF-CE77-4556-B3F1-5E1F89F2DEA8}"/>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5524B944-EC6F-462E-9EFD-6E24BC1D4E43}"/>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7</a:t>
            </a:r>
          </a:p>
        </p:txBody>
      </p:sp>
      <p:sp>
        <p:nvSpPr>
          <p:cNvPr id="7" name="Rounded Rectangle 6">
            <a:extLst xmlns:a="http://schemas.openxmlformats.org/drawingml/2006/main">
              <a:ext uri="{FF2B5EF4-FFF2-40B4-BE49-F238E27FC236}">
                <a16:creationId xmlns:a16="http://schemas.microsoft.com/office/drawing/2014/main" id="{1990F0A2-A2C4-4F97-8B4B-ABD1E7114542}"/>
              </a:ext>
            </a:extLst>
          </p:cNvPr>
          <p:cNvSpPr>
            <a:spLocks xmlns:a="http://schemas.openxmlformats.org/drawingml/2006/main" noGrp="1"/>
          </p:cNvSpPr>
          <p:nvPr/>
        </p:nvSpPr>
        <p:spPr>
          <a:xfrm xmlns:a="http://schemas.openxmlformats.org/drawingml/2006/main">
            <a:off x="722376" y="1627632"/>
            <a:ext cx="5175504" cy="3520440"/>
          </a:xfrm>
          <a:prstGeom xmlns:a="http://schemas.openxmlformats.org/drawingml/2006/main" prst="roundRect">
            <a:avLst/>
          </a:prstGeom>
          <a:solidFill xmlns:a="http://schemas.openxmlformats.org/drawingml/2006/main">
            <a:srgbClr val="E1F1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9BC9D278-05AE-4A52-825A-98FA38563A64}"/>
              </a:ext>
            </a:extLst>
          </p:cNvPr>
          <p:cNvSpPr>
            <a:spLocks xmlns:a="http://schemas.openxmlformats.org/drawingml/2006/main" noGrp="1"/>
          </p:cNvSpPr>
          <p:nvPr/>
        </p:nvSpPr>
        <p:spPr>
          <a:xfrm xmlns:a="http://schemas.openxmlformats.org/drawingml/2006/main">
            <a:off x="6208776" y="1627632"/>
            <a:ext cx="5175504" cy="3520440"/>
          </a:xfrm>
          <a:prstGeom xmlns:a="http://schemas.openxmlformats.org/drawingml/2006/main" prst="roundRect">
            <a:avLst/>
          </a:prstGeom>
          <a:solidFill xmlns:a="http://schemas.openxmlformats.org/drawingml/2006/main">
            <a:srgbClr val="FAEDE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2A9B455D-6716-45D8-9806-179E65F5E727}"/>
              </a:ext>
            </a:extLst>
          </p:cNvPr>
          <p:cNvSpPr>
            <a:spLocks xmlns:a="http://schemas.openxmlformats.org/drawingml/2006/main" noGrp="1"/>
          </p:cNvSpPr>
          <p:nvPr/>
        </p:nvSpPr>
        <p:spPr>
          <a:xfrm xmlns:a="http://schemas.openxmlformats.org/drawingml/2006/main">
            <a:off x="978408" y="1901952"/>
            <a:ext cx="466344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แนวโน้มร่วม</a:t>
            </a:r>
          </a:p>
        </p:txBody>
      </p:sp>
      <p:sp>
        <p:nvSpPr>
          <p:cNvPr id="10" name="TextBox 9">
            <a:extLst xmlns:a="http://schemas.openxmlformats.org/drawingml/2006/main">
              <a:ext uri="{FF2B5EF4-FFF2-40B4-BE49-F238E27FC236}">
                <a16:creationId xmlns:a16="http://schemas.microsoft.com/office/drawing/2014/main" id="{35B69C62-A476-4C01-ABA6-C079A2B14A3B}"/>
              </a:ext>
            </a:extLst>
          </p:cNvPr>
          <p:cNvSpPr>
            <a:spLocks xmlns:a="http://schemas.openxmlformats.org/drawingml/2006/main" noGrp="1"/>
          </p:cNvSpPr>
          <p:nvPr/>
        </p:nvSpPr>
        <p:spPr>
          <a:xfrm xmlns:a="http://schemas.openxmlformats.org/drawingml/2006/main">
            <a:off x="978408" y="2569464"/>
            <a:ext cx="4572000" cy="19659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ใช้การบีบอัดเพื่อลดภาระทรัพยากร</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ให้ความสำคัญกับการประมวลผลใกล้ข้อมูล</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ออกแบบชั้นเชื่อม IoT ให้ใช้ทรัพยากรต่ำ</a:t>
            </a:r>
          </a:p>
        </p:txBody>
      </p:sp>
      <p:sp>
        <p:nvSpPr>
          <p:cNvPr id="11" name="TextBox 10">
            <a:extLst xmlns:a="http://schemas.openxmlformats.org/drawingml/2006/main">
              <a:ext uri="{FF2B5EF4-FFF2-40B4-BE49-F238E27FC236}">
                <a16:creationId xmlns:a16="http://schemas.microsoft.com/office/drawing/2014/main" id="{2DA6FAC3-48AA-4DD2-84B2-C17C413BFFB1}"/>
              </a:ext>
            </a:extLst>
          </p:cNvPr>
          <p:cNvSpPr>
            <a:spLocks xmlns:a="http://schemas.openxmlformats.org/drawingml/2006/main" noGrp="1"/>
          </p:cNvSpPr>
          <p:nvPr/>
        </p:nvSpPr>
        <p:spPr>
          <a:xfrm xmlns:a="http://schemas.openxmlformats.org/drawingml/2006/main">
            <a:off x="6473952" y="1901952"/>
            <a:ext cx="4572000"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ความต่างที่มีผลต่อการนำมาใช้</a:t>
            </a:r>
          </a:p>
        </p:txBody>
      </p:sp>
      <p:sp>
        <p:nvSpPr>
          <p:cNvPr id="12" name="TextBox 11">
            <a:extLst xmlns:a="http://schemas.openxmlformats.org/drawingml/2006/main">
              <a:ext uri="{FF2B5EF4-FFF2-40B4-BE49-F238E27FC236}">
                <a16:creationId xmlns:a16="http://schemas.microsoft.com/office/drawing/2014/main" id="{C2DA0F2B-09E8-439F-99D2-191CBCFBC889}"/>
              </a:ext>
            </a:extLst>
          </p:cNvPr>
          <p:cNvSpPr>
            <a:spLocks xmlns:a="http://schemas.openxmlformats.org/drawingml/2006/main" noGrp="1"/>
          </p:cNvSpPr>
          <p:nvPr/>
        </p:nvSpPr>
        <p:spPr>
          <a:xfrm xmlns:a="http://schemas.openxmlformats.org/drawingml/2006/main">
            <a:off x="6473952" y="2569464"/>
            <a:ext cx="4553712" cy="924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a:solidFill>
                  <a:srgbClr val="1D2F3E"/>
                </a:solidFill>
                <a:latin typeface="Tahoma"/>
                <a:ea typeface="Tahoma"/>
                <a:cs typeface="Tahoma"/>
              </a:defRPr>
            </a:defPPr>
            <a:lvl1pPr algn="l">
              <a:buNone/>
              <a:defRPr sz="1800">
                <a:solidFill>
                  <a:srgbClr val="1D2F3E"/>
                </a:solidFill>
                <a:latin typeface="Tahoma"/>
                <a:ea typeface="Tahoma"/>
                <a:cs typeface="Tahoma"/>
              </a:defRPr>
            </a:lvl1pPr>
            <a:lvl2pPr algn="l">
              <a:buNone/>
              <a:defRPr sz="1800">
                <a:solidFill>
                  <a:srgbClr val="1D2F3E"/>
                </a:solidFill>
                <a:latin typeface="Tahoma"/>
                <a:ea typeface="Tahoma"/>
                <a:cs typeface="Tahoma"/>
              </a:defRPr>
            </a:lvl2pPr>
            <a:lvl3pPr algn="l">
              <a:buNone/>
              <a:defRPr sz="1800">
                <a:solidFill>
                  <a:srgbClr val="1D2F3E"/>
                </a:solidFill>
                <a:latin typeface="Tahoma"/>
                <a:ea typeface="Tahoma"/>
                <a:cs typeface="Tahoma"/>
              </a:defRPr>
            </a:lvl3pPr>
            <a:lvl4pPr algn="l">
              <a:buNone/>
              <a:defRPr sz="1800">
                <a:solidFill>
                  <a:srgbClr val="1D2F3E"/>
                </a:solidFill>
                <a:latin typeface="Tahoma"/>
                <a:ea typeface="Tahoma"/>
                <a:cs typeface="Tahoma"/>
              </a:defRPr>
            </a:lvl4pPr>
            <a:lvl5pPr algn="l">
              <a:buNone/>
              <a:defRPr sz="1800">
                <a:solidFill>
                  <a:srgbClr val="1D2F3E"/>
                </a:solidFill>
                <a:latin typeface="Tahoma"/>
                <a:ea typeface="Tahoma"/>
                <a:cs typeface="Tahoma"/>
              </a:defRPr>
            </a:lvl5pPr>
            <a:lvl6pPr algn="l">
              <a:buNone/>
              <a:defRPr sz="1800">
                <a:solidFill>
                  <a:srgbClr val="1D2F3E"/>
                </a:solidFill>
                <a:latin typeface="Tahoma"/>
                <a:ea typeface="Tahoma"/>
                <a:cs typeface="Tahoma"/>
              </a:defRPr>
            </a:lvl6pPr>
            <a:lvl7pPr algn="l">
              <a:buNone/>
              <a:defRPr sz="1800">
                <a:solidFill>
                  <a:srgbClr val="1D2F3E"/>
                </a:solidFill>
                <a:latin typeface="Tahoma"/>
                <a:ea typeface="Tahoma"/>
                <a:cs typeface="Tahoma"/>
              </a:defRPr>
            </a:lvl7pPr>
            <a:lvl8pPr algn="l">
              <a:buNone/>
              <a:defRPr sz="1800">
                <a:solidFill>
                  <a:srgbClr val="1D2F3E"/>
                </a:solidFill>
                <a:latin typeface="Tahoma"/>
                <a:ea typeface="Tahoma"/>
                <a:cs typeface="Tahoma"/>
              </a:defRPr>
            </a:lvl8pPr>
            <a:lvl9pPr algn="l">
              <a:buNone/>
              <a:defRPr sz="1800">
                <a:solidFill>
                  <a:srgbClr val="1D2F3E"/>
                </a:solidFill>
                <a:latin typeface="Tahoma"/>
                <a:ea typeface="Tahoma"/>
                <a:cs typeface="Tahoma"/>
              </a:defRPr>
            </a:lvl9pPr>
          </a:lstStyle>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อุปกรณ์ตั้งแต่ SBC ถึง GPU ระดับศูนย์ข้อมูล</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บางระบบเป็น hybrid บางระบบอยู่ในเครื่อง</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โจทย์และตัววัดต่างจากใบซื้อสินค้าของเรา</a:t>
            </a:r>
          </a:p>
        </p:txBody>
      </p:sp>
      <p:sp>
        <p:nvSpPr>
          <p:cNvPr id="13" name="TextBox 12">
            <a:extLst xmlns:a="http://schemas.openxmlformats.org/drawingml/2006/main">
              <a:ext uri="{FF2B5EF4-FFF2-40B4-BE49-F238E27FC236}">
                <a16:creationId xmlns:a16="http://schemas.microsoft.com/office/drawing/2014/main" id="{EBF72A9D-FF5E-44B7-B967-34B41D141D07}"/>
              </a:ext>
            </a:extLst>
          </p:cNvPr>
          <p:cNvSpPr>
            <a:spLocks xmlns:a="http://schemas.openxmlformats.org/drawingml/2006/main" noGrp="1"/>
          </p:cNvSpPr>
          <p:nvPr/>
        </p:nvSpPr>
        <p:spPr>
          <a:xfrm xmlns:a="http://schemas.openxmlformats.org/drawingml/2006/main">
            <a:off x="822960" y="5440680"/>
            <a:ext cx="10552176" cy="5394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จึงต้องทดสอบกับข้อมูลและ pipeline ของโครงงานเอง โดยรายงานผล PC และ NPU แยกกัน</a:t>
            </a:r>
          </a:p>
        </p:txBody>
      </p:sp>
    </p:spTree>
    <p:extLst>
      <p:ext uri="{BB962C8B-B14F-4D97-AF65-F5344CB8AC3E}">
        <p14:creationId xmlns:p14="http://schemas.microsoft.com/office/powerpoint/2010/main" val="2124638272"/>
      </p:ext>
    </p:extLst>
  </p:cSld>
</p:sld>
</file>

<file path=ppt/slides/slide8.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E04C7F-3A2A-4B0D-ACE6-6525A50B2131}"/>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ช่องว่างที่โครงงานจะศึกษา</a:t>
            </a:r>
          </a:p>
        </p:txBody>
      </p:sp>
      <p:sp>
        <p:nvSpPr>
          <p:cNvPr id="3" name="TextBox 2">
            <a:extLst xmlns:a="http://schemas.openxmlformats.org/drawingml/2006/main">
              <a:ext uri="{FF2B5EF4-FFF2-40B4-BE49-F238E27FC236}">
                <a16:creationId xmlns:a16="http://schemas.microsoft.com/office/drawing/2014/main" id="{D7C18B3C-09F8-430B-BF04-8E6EE4F7966A}"/>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งานที่ทบทวนมักรายงานผลของแต่ละชั้นแยกกัน</a:t>
            </a:r>
          </a:p>
        </p:txBody>
      </p:sp>
      <p:sp>
        <p:nvSpPr>
          <p:cNvPr id="4" name="Connector 3">
            <a:extLst xmlns:a="http://schemas.openxmlformats.org/drawingml/2006/main">
              <a:ext uri="{FF2B5EF4-FFF2-40B4-BE49-F238E27FC236}">
                <a16:creationId xmlns:a16="http://schemas.microsoft.com/office/drawing/2014/main" id="{68CA57A3-79B3-4ABE-8A0A-8EEA88E5543D}"/>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2A92DAB4-F64A-4042-9C22-0039D485484A}"/>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FFFFFF"/>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5270F884-7BDF-4A36-B0A4-59ED13E2AF39}"/>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buNone/>
              <a:defRPr sz="900">
                <a:solidFill>
                  <a:srgbClr val="FFFFFF"/>
                </a:solidFill>
                <a:latin typeface="Tahoma"/>
                <a:ea typeface="Tahoma"/>
                <a:cs typeface="Tahoma"/>
              </a:defRPr>
            </a:lvl1pPr>
            <a:lvl2pPr algn="r">
              <a:buNone/>
              <a:defRPr sz="900">
                <a:solidFill>
                  <a:srgbClr val="FFFFFF"/>
                </a:solidFill>
                <a:latin typeface="Tahoma"/>
                <a:ea typeface="Tahoma"/>
                <a:cs typeface="Tahoma"/>
              </a:defRPr>
            </a:lvl2pPr>
            <a:lvl3pPr algn="r">
              <a:buNone/>
              <a:defRPr sz="900">
                <a:solidFill>
                  <a:srgbClr val="FFFFFF"/>
                </a:solidFill>
                <a:latin typeface="Tahoma"/>
                <a:ea typeface="Tahoma"/>
                <a:cs typeface="Tahoma"/>
              </a:defRPr>
            </a:lvl3pPr>
            <a:lvl4pPr algn="r">
              <a:buNone/>
              <a:defRPr sz="900">
                <a:solidFill>
                  <a:srgbClr val="FFFFFF"/>
                </a:solidFill>
                <a:latin typeface="Tahoma"/>
                <a:ea typeface="Tahoma"/>
                <a:cs typeface="Tahoma"/>
              </a:defRPr>
            </a:lvl4pPr>
            <a:lvl5pPr algn="r">
              <a:buNone/>
              <a:defRPr sz="900">
                <a:solidFill>
                  <a:srgbClr val="FFFFFF"/>
                </a:solidFill>
                <a:latin typeface="Tahoma"/>
                <a:ea typeface="Tahoma"/>
                <a:cs typeface="Tahoma"/>
              </a:defRPr>
            </a:lvl5pPr>
            <a:lvl6pPr algn="r">
              <a:buNone/>
              <a:defRPr sz="900">
                <a:solidFill>
                  <a:srgbClr val="FFFFFF"/>
                </a:solidFill>
                <a:latin typeface="Tahoma"/>
                <a:ea typeface="Tahoma"/>
                <a:cs typeface="Tahoma"/>
              </a:defRPr>
            </a:lvl6pPr>
            <a:lvl7pPr algn="r">
              <a:buNone/>
              <a:defRPr sz="900">
                <a:solidFill>
                  <a:srgbClr val="FFFFFF"/>
                </a:solidFill>
                <a:latin typeface="Tahoma"/>
                <a:ea typeface="Tahoma"/>
                <a:cs typeface="Tahoma"/>
              </a:defRPr>
            </a:lvl7pPr>
            <a:lvl8pPr algn="r">
              <a:buNone/>
              <a:defRPr sz="900">
                <a:solidFill>
                  <a:srgbClr val="FFFFFF"/>
                </a:solidFill>
                <a:latin typeface="Tahoma"/>
                <a:ea typeface="Tahoma"/>
                <a:cs typeface="Tahoma"/>
              </a:defRPr>
            </a:lvl8pPr>
            <a:lvl9pPr algn="r">
              <a:buNone/>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8</a:t>
            </a:r>
          </a:p>
        </p:txBody>
      </p:sp>
      <p:sp>
        <p:nvSpPr>
          <p:cNvPr id="7" name="Rounded Rectangle 6">
            <a:extLst xmlns:a="http://schemas.openxmlformats.org/drawingml/2006/main">
              <a:ext uri="{FF2B5EF4-FFF2-40B4-BE49-F238E27FC236}">
                <a16:creationId xmlns:a16="http://schemas.microsoft.com/office/drawing/2014/main" id="{065FC5A2-0752-4BB1-984B-F9D754C03418}"/>
              </a:ext>
            </a:extLst>
          </p:cNvPr>
          <p:cNvSpPr>
            <a:spLocks xmlns:a="http://schemas.openxmlformats.org/drawingml/2006/main" noGrp="1"/>
          </p:cNvSpPr>
          <p:nvPr/>
        </p:nvSpPr>
        <p:spPr>
          <a:xfrm xmlns:a="http://schemas.openxmlformats.org/drawingml/2006/main">
            <a:off x="79552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555F47A-80CA-412E-9832-67859808A282}"/>
              </a:ext>
            </a:extLst>
          </p:cNvPr>
          <p:cNvSpPr>
            <a:spLocks xmlns:a="http://schemas.openxmlformats.org/drawingml/2006/main" noGrp="1"/>
          </p:cNvSpPr>
          <p:nvPr/>
        </p:nvSpPr>
        <p:spPr>
          <a:xfrm xmlns:a="http://schemas.openxmlformats.org/drawingml/2006/main">
            <a:off x="93268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โมเดล / ฮาร์ดแวร์</a:t>
            </a:r>
          </a:p>
        </p:txBody>
      </p:sp>
      <p:sp>
        <p:nvSpPr>
          <p:cNvPr id="9" name="Rounded Rectangle 8">
            <a:extLst xmlns:a="http://schemas.openxmlformats.org/drawingml/2006/main">
              <a:ext uri="{FF2B5EF4-FFF2-40B4-BE49-F238E27FC236}">
                <a16:creationId xmlns:a16="http://schemas.microsoft.com/office/drawing/2014/main" id="{5FA7E327-8727-4825-BCBC-22BFC6BE87C4}"/>
              </a:ext>
            </a:extLst>
          </p:cNvPr>
          <p:cNvSpPr>
            <a:spLocks xmlns:a="http://schemas.openxmlformats.org/drawingml/2006/main" noGrp="1"/>
          </p:cNvSpPr>
          <p:nvPr/>
        </p:nvSpPr>
        <p:spPr>
          <a:xfrm xmlns:a="http://schemas.openxmlformats.org/drawingml/2006/main">
            <a:off x="449884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64E7503B-818F-4C31-9481-26180117B2A4}"/>
              </a:ext>
            </a:extLst>
          </p:cNvPr>
          <p:cNvSpPr>
            <a:spLocks xmlns:a="http://schemas.openxmlformats.org/drawingml/2006/main" noGrp="1"/>
          </p:cNvSpPr>
          <p:nvPr/>
        </p:nvSpPr>
        <p:spPr>
          <a:xfrm xmlns:a="http://schemas.openxmlformats.org/drawingml/2006/main">
            <a:off x="463600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JSON / ความถูกต้อง</a:t>
            </a:r>
          </a:p>
        </p:txBody>
      </p:sp>
      <p:sp>
        <p:nvSpPr>
          <p:cNvPr id="11" name="Rounded Rectangle 10">
            <a:extLst xmlns:a="http://schemas.openxmlformats.org/drawingml/2006/main">
              <a:ext uri="{FF2B5EF4-FFF2-40B4-BE49-F238E27FC236}">
                <a16:creationId xmlns:a16="http://schemas.microsoft.com/office/drawing/2014/main" id="{AB93DFDB-40CD-470C-90C5-B890EEDEF9DC}"/>
              </a:ext>
            </a:extLst>
          </p:cNvPr>
          <p:cNvSpPr>
            <a:spLocks xmlns:a="http://schemas.openxmlformats.org/drawingml/2006/main" noGrp="1"/>
          </p:cNvSpPr>
          <p:nvPr/>
        </p:nvSpPr>
        <p:spPr>
          <a:xfrm xmlns:a="http://schemas.openxmlformats.org/drawingml/2006/main">
            <a:off x="820216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39CDF92-2B96-4894-9666-ADC0876F5D81}"/>
              </a:ext>
            </a:extLst>
          </p:cNvPr>
          <p:cNvSpPr>
            <a:spLocks xmlns:a="http://schemas.openxmlformats.org/drawingml/2006/main" noGrp="1"/>
          </p:cNvSpPr>
          <p:nvPr/>
        </p:nvSpPr>
        <p:spPr>
          <a:xfrm xmlns:a="http://schemas.openxmlformats.org/drawingml/2006/main">
            <a:off x="833932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ระบบบ้าน / ปลายน้ำ</a:t>
            </a:r>
          </a:p>
        </p:txBody>
      </p:sp>
      <p:sp>
        <p:nvSpPr>
          <p:cNvPr id="13" name="TextBox 12">
            <a:extLst xmlns:a="http://schemas.openxmlformats.org/drawingml/2006/main">
              <a:ext uri="{FF2B5EF4-FFF2-40B4-BE49-F238E27FC236}">
                <a16:creationId xmlns:a16="http://schemas.microsoft.com/office/drawing/2014/main" id="{581AF82E-B48E-4098-B780-07A8953F7BD9}"/>
              </a:ext>
            </a:extLst>
          </p:cNvPr>
          <p:cNvSpPr>
            <a:spLocks xmlns:a="http://schemas.openxmlformats.org/drawingml/2006/main" noGrp="1"/>
          </p:cNvSpPr>
          <p:nvPr/>
        </p:nvSpPr>
        <p:spPr>
          <a:xfrm xmlns:a="http://schemas.openxmlformats.org/drawingml/2006/main">
            <a:off x="813816" y="3685032"/>
            <a:ext cx="182880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FFD37B"/>
                </a:solidFill>
                <a:latin typeface="Tahoma"/>
                <a:ea typeface="Tahoma"/>
                <a:cs typeface="Tahoma"/>
              </a:defRPr>
            </a:pPr>
            <a:r>
              <a:rPr>
                <a:latin typeface="Tahoma"/>
                <a:ea typeface="Tahoma"/>
                <a:cs typeface="Tahoma"/>
              </a:rPr>
              <a:t>คำถามวิจัย</a:t>
            </a:r>
          </a:p>
        </p:txBody>
      </p:sp>
      <p:sp>
        <p:nvSpPr>
          <p:cNvPr id="14" name="TextBox 13">
            <a:extLst xmlns:a="http://schemas.openxmlformats.org/drawingml/2006/main">
              <a:ext uri="{FF2B5EF4-FFF2-40B4-BE49-F238E27FC236}">
                <a16:creationId xmlns:a16="http://schemas.microsoft.com/office/drawing/2014/main" id="{8C430678-6C12-4A28-981A-2559F03E4312}"/>
              </a:ext>
            </a:extLst>
          </p:cNvPr>
          <p:cNvSpPr>
            <a:spLocks xmlns:a="http://schemas.openxmlformats.org/drawingml/2006/main" noGrp="1"/>
          </p:cNvSpPr>
          <p:nvPr/>
        </p:nvSpPr>
        <p:spPr>
          <a:xfrm xmlns:a="http://schemas.openxmlformats.org/drawingml/2006/main">
            <a:off x="822960" y="4169663"/>
            <a:ext cx="10469880" cy="960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FFFFFF"/>
                </a:solidFill>
                <a:latin typeface="Tahoma"/>
                <a:ea typeface="Tahoma"/>
                <a:cs typeface="Tahoma"/>
              </a:defRPr>
            </a:pPr>
            <a:r>
              <a:rPr>
                <a:latin typeface="Tahoma"/>
                <a:ea typeface="Tahoma"/>
                <a:cs typeface="Tahoma"/>
              </a:rPr>
              <a:t>เมื่อนำขั้นตอนเหล่านี้มาต่อกันบนทรัพยากรจำกัด</a:t>
            </a:r>
          </a:p>
          <a:p xmlns:a="http://schemas.openxmlformats.org/drawingml/2006/main">
            <a:pPr algn="l">
              <a:spcAft>
                <a:spcPts val="400"/>
              </a:spcAft>
              <a:buNone/>
              <a:defRPr sz="2500" b="1">
                <a:solidFill>
                  <a:srgbClr val="FFFFFF"/>
                </a:solidFill>
                <a:latin typeface="Tahoma"/>
                <a:ea typeface="Tahoma"/>
                <a:cs typeface="Tahoma"/>
              </a:defRPr>
            </a:pPr>
            <a:r>
              <a:rPr>
                <a:latin typeface="Tahoma"/>
                <a:ea typeface="Tahoma"/>
                <a:cs typeface="Tahoma"/>
              </a:rPr>
              <a:t>ความผิดพลาดของข้อมูลกับต้นทุนประมวลผลเปลี่ยนอย่างไร?</a:t>
            </a:r>
          </a:p>
        </p:txBody>
      </p:sp>
      <p:sp>
        <p:nvSpPr>
          <p:cNvPr id="15" name="TextBox 14">
            <a:extLst xmlns:a="http://schemas.openxmlformats.org/drawingml/2006/main">
              <a:ext uri="{FF2B5EF4-FFF2-40B4-BE49-F238E27FC236}">
                <a16:creationId xmlns:a16="http://schemas.microsoft.com/office/drawing/2014/main" id="{CB0264DE-F7AF-47DD-AEBE-851A53260E93}"/>
              </a:ext>
            </a:extLst>
          </p:cNvPr>
          <p:cNvSpPr>
            <a:spLocks xmlns:a="http://schemas.openxmlformats.org/drawingml/2006/main" noGrp="1"/>
          </p:cNvSpPr>
          <p:nvPr/>
        </p:nvSpPr>
        <p:spPr>
          <a:xfrm xmlns:a="http://schemas.openxmlformats.org/drawingml/2006/main">
            <a:off x="822960" y="5650992"/>
            <a:ext cx="10515600"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ผลนำร่อง e-Eye เป็นหลักฐานแรกของคำถามนี้ ยังไม่ใช่ผลครบทั้งระบบ</a:t>
            </a:r>
          </a:p>
        </p:txBody>
      </p:sp>
    </p:spTree>
    <p:extLst>
      <p:ext uri="{BB962C8B-B14F-4D97-AF65-F5344CB8AC3E}">
        <p14:creationId xmlns:p14="http://schemas.microsoft.com/office/powerpoint/2010/main" val="17437044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EBE6C7B-C2E5-4520-95BB-C02B497663DE}"/>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สถาปัตยกรรมเชิงแนวคิดของโครงงาน</a:t>
            </a:r>
          </a:p>
        </p:txBody>
      </p:sp>
      <p:sp>
        <p:nvSpPr>
          <p:cNvPr id="3" name="TextBox 2">
            <a:extLst xmlns:a="http://schemas.openxmlformats.org/drawingml/2006/main">
              <a:ext uri="{FF2B5EF4-FFF2-40B4-BE49-F238E27FC236}">
                <a16:creationId xmlns:a16="http://schemas.microsoft.com/office/drawing/2014/main" id="{DDE47851-C568-4890-A2DF-F11BED5220E9}"/>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ภาพรวมสามชั้นจากรายงานทบทวนวรรณกรรม พร้อมสถานะปัจจุบัน</a:t>
            </a:r>
          </a:p>
        </p:txBody>
      </p:sp>
      <p:sp>
        <p:nvSpPr>
          <p:cNvPr id="4" name="Connector 3">
            <a:extLst xmlns:a="http://schemas.openxmlformats.org/drawingml/2006/main">
              <a:ext uri="{FF2B5EF4-FFF2-40B4-BE49-F238E27FC236}">
                <a16:creationId xmlns:a16="http://schemas.microsoft.com/office/drawing/2014/main" id="{DAB8A5E1-8AF2-4D24-9E79-DCF9AB6A99D8}"/>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8ED168B7-0DAF-46DE-B28E-983FE850E52F}"/>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6A1D6197-9F50-4F64-BEEA-69239ED1F49B}"/>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9</a:t>
            </a:r>
          </a:p>
        </p:txBody>
      </p:sp>
      <p:sp>
        <p:nvSpPr>
          <p:cNvPr id="7" name="Rounded Rectangle 6">
            <a:extLst xmlns:a="http://schemas.openxmlformats.org/drawingml/2006/main">
              <a:ext uri="{FF2B5EF4-FFF2-40B4-BE49-F238E27FC236}">
                <a16:creationId xmlns:a16="http://schemas.microsoft.com/office/drawing/2014/main" id="{A6BFA499-0926-4946-A8EF-D84B0943E3F8}"/>
              </a:ext>
            </a:extLst>
          </p:cNvPr>
          <p:cNvSpPr>
            <a:spLocks xmlns:a="http://schemas.openxmlformats.org/drawingml/2006/main" noGrp="1"/>
          </p:cNvSpPr>
          <p:nvPr/>
        </p:nvSpPr>
        <p:spPr>
          <a:xfrm xmlns:a="http://schemas.openxmlformats.org/drawingml/2006/main">
            <a:off x="722376" y="1572768"/>
            <a:ext cx="576072" cy="859536"/>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B06308B-B18D-4609-BCC8-0886D1552F04}"/>
              </a:ext>
            </a:extLst>
          </p:cNvPr>
          <p:cNvSpPr>
            <a:spLocks xmlns:a="http://schemas.openxmlformats.org/drawingml/2006/main" noGrp="1"/>
          </p:cNvSpPr>
          <p:nvPr/>
        </p:nvSpPr>
        <p:spPr>
          <a:xfrm xmlns:a="http://schemas.openxmlformats.org/drawingml/2006/main">
            <a:off x="859536" y="1783080"/>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1</a:t>
            </a:r>
          </a:p>
        </p:txBody>
      </p:sp>
      <p:sp>
        <p:nvSpPr>
          <p:cNvPr id="9" name="Rounded Rectangle 8">
            <a:extLst xmlns:a="http://schemas.openxmlformats.org/drawingml/2006/main">
              <a:ext uri="{FF2B5EF4-FFF2-40B4-BE49-F238E27FC236}">
                <a16:creationId xmlns:a16="http://schemas.microsoft.com/office/drawing/2014/main" id="{E3B5965C-202F-4939-A930-16A14ADC3078}"/>
              </a:ext>
            </a:extLst>
          </p:cNvPr>
          <p:cNvSpPr>
            <a:spLocks xmlns:a="http://schemas.openxmlformats.org/drawingml/2006/main" noGrp="1"/>
          </p:cNvSpPr>
          <p:nvPr/>
        </p:nvSpPr>
        <p:spPr>
          <a:xfrm xmlns:a="http://schemas.openxmlformats.org/drawingml/2006/main">
            <a:off x="1481328" y="1572768"/>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541CF18-D016-47C1-A586-B65F3B0EAFAC}"/>
              </a:ext>
            </a:extLst>
          </p:cNvPr>
          <p:cNvSpPr>
            <a:spLocks xmlns:a="http://schemas.openxmlformats.org/drawingml/2006/main" noGrp="1"/>
          </p:cNvSpPr>
          <p:nvPr/>
        </p:nvSpPr>
        <p:spPr>
          <a:xfrm xmlns:a="http://schemas.openxmlformats.org/drawingml/2006/main">
            <a:off x="1691640" y="1682495"/>
            <a:ext cx="2157984" cy="3108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รับรู้และสกัด</a:t>
            </a:r>
          </a:p>
        </p:txBody>
      </p:sp>
      <p:sp>
        <p:nvSpPr>
          <p:cNvPr id="11" name="TextBox 10">
            <a:extLst xmlns:a="http://schemas.openxmlformats.org/drawingml/2006/main">
              <a:ext uri="{FF2B5EF4-FFF2-40B4-BE49-F238E27FC236}">
                <a16:creationId xmlns:a16="http://schemas.microsoft.com/office/drawing/2014/main" id="{E58F118A-B483-4B57-95AC-956173B9A410}"/>
              </a:ext>
            </a:extLst>
          </p:cNvPr>
          <p:cNvSpPr>
            <a:spLocks xmlns:a="http://schemas.openxmlformats.org/drawingml/2006/main" noGrp="1"/>
          </p:cNvSpPr>
          <p:nvPr/>
        </p:nvSpPr>
        <p:spPr>
          <a:xfrm xmlns:a="http://schemas.openxmlformats.org/drawingml/2006/main">
            <a:off x="3675887" y="1673352"/>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ภาพถ่ายก่อน; IP Camera ตามแผน → YOLO → OCR</a:t>
            </a:r>
          </a:p>
        </p:txBody>
      </p:sp>
      <p:sp>
        <p:nvSpPr>
          <p:cNvPr id="12" name="TextBox 11">
            <a:extLst xmlns:a="http://schemas.openxmlformats.org/drawingml/2006/main">
              <a:ext uri="{FF2B5EF4-FFF2-40B4-BE49-F238E27FC236}">
                <a16:creationId xmlns:a16="http://schemas.microsoft.com/office/drawing/2014/main" id="{738C5BC1-FF17-4722-BB94-4884DFE576C7}"/>
              </a:ext>
            </a:extLst>
          </p:cNvPr>
          <p:cNvSpPr>
            <a:spLocks xmlns:a="http://schemas.openxmlformats.org/drawingml/2006/main" noGrp="1"/>
          </p:cNvSpPr>
          <p:nvPr/>
        </p:nvSpPr>
        <p:spPr>
          <a:xfrm xmlns:a="http://schemas.openxmlformats.org/drawingml/2006/main">
            <a:off x="9436608" y="1783080"/>
            <a:ext cx="1847088"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r">
              <a:spcAft>
                <a:spcPts val="400"/>
              </a:spcAft>
              <a:buNone/>
              <a:defRPr sz="1300" b="1">
                <a:solidFill>
                  <a:srgbClr val="006289"/>
                </a:solidFill>
                <a:latin typeface="Tahoma"/>
                <a:ea typeface="Tahoma"/>
                <a:cs typeface="Tahoma"/>
              </a:defRPr>
            </a:pPr>
            <a:r>
              <a:rPr>
                <a:latin typeface="Tahoma"/>
                <a:ea typeface="Tahoma"/>
                <a:cs typeface="Tahoma"/>
              </a:rPr>
              <a:t>มีผลนำร่องบน PC</a:t>
            </a:r>
          </a:p>
        </p:txBody>
      </p:sp>
      <p:sp>
        <p:nvSpPr>
          <p:cNvPr id="13" name="Rounded Rectangle 12">
            <a:extLst xmlns:a="http://schemas.openxmlformats.org/drawingml/2006/main">
              <a:ext uri="{FF2B5EF4-FFF2-40B4-BE49-F238E27FC236}">
                <a16:creationId xmlns:a16="http://schemas.microsoft.com/office/drawing/2014/main" id="{92C39B0B-B017-400C-BDFD-381F6494447B}"/>
              </a:ext>
            </a:extLst>
          </p:cNvPr>
          <p:cNvSpPr>
            <a:spLocks xmlns:a="http://schemas.openxmlformats.org/drawingml/2006/main" noGrp="1"/>
          </p:cNvSpPr>
          <p:nvPr/>
        </p:nvSpPr>
        <p:spPr>
          <a:xfrm xmlns:a="http://schemas.openxmlformats.org/drawingml/2006/main">
            <a:off x="722376" y="2916936"/>
            <a:ext cx="576072" cy="859536"/>
          </a:xfrm>
          <a:prstGeom xmlns:a="http://schemas.openxmlformats.org/drawingml/2006/main" prst="round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0BA7E14-1362-4CB9-8F71-317FF7912F44}"/>
              </a:ext>
            </a:extLst>
          </p:cNvPr>
          <p:cNvSpPr>
            <a:spLocks xmlns:a="http://schemas.openxmlformats.org/drawingml/2006/main" noGrp="1"/>
          </p:cNvSpPr>
          <p:nvPr/>
        </p:nvSpPr>
        <p:spPr>
          <a:xfrm xmlns:a="http://schemas.openxmlformats.org/drawingml/2006/main">
            <a:off x="859536" y="3127248"/>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2</a:t>
            </a:r>
          </a:p>
        </p:txBody>
      </p:sp>
      <p:sp>
        <p:nvSpPr>
          <p:cNvPr id="15" name="Rounded Rectangle 14">
            <a:extLst xmlns:a="http://schemas.openxmlformats.org/drawingml/2006/main">
              <a:ext uri="{FF2B5EF4-FFF2-40B4-BE49-F238E27FC236}">
                <a16:creationId xmlns:a16="http://schemas.microsoft.com/office/drawing/2014/main" id="{7E50AA79-4A3E-4D8C-BB50-54C9D654A0B8}"/>
              </a:ext>
            </a:extLst>
          </p:cNvPr>
          <p:cNvSpPr>
            <a:spLocks xmlns:a="http://schemas.openxmlformats.org/drawingml/2006/main" noGrp="1"/>
          </p:cNvSpPr>
          <p:nvPr/>
        </p:nvSpPr>
        <p:spPr>
          <a:xfrm xmlns:a="http://schemas.openxmlformats.org/drawingml/2006/main">
            <a:off x="1481328" y="2916936"/>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40A9E7DD-11B9-4C0C-9185-88FF1D2B099A}"/>
              </a:ext>
            </a:extLst>
          </p:cNvPr>
          <p:cNvSpPr>
            <a:spLocks xmlns:a="http://schemas.openxmlformats.org/drawingml/2006/main" noGrp="1"/>
          </p:cNvSpPr>
          <p:nvPr/>
        </p:nvSpPr>
        <p:spPr>
          <a:xfrm xmlns:a="http://schemas.openxmlformats.org/drawingml/2006/main">
            <a:off x="1691640" y="3026664"/>
            <a:ext cx="2157984" cy="5765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ประมวลผล</a:t>
            </a:r>
          </a:p>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ในเครื่อง</a:t>
            </a:r>
          </a:p>
        </p:txBody>
      </p:sp>
      <p:sp>
        <p:nvSpPr>
          <p:cNvPr id="17" name="TextBox 16">
            <a:extLst xmlns:a="http://schemas.openxmlformats.org/drawingml/2006/main">
              <a:ext uri="{FF2B5EF4-FFF2-40B4-BE49-F238E27FC236}">
                <a16:creationId xmlns:a16="http://schemas.microsoft.com/office/drawing/2014/main" id="{E7B5D62D-0415-4E8E-8EA4-F0BC92196964}"/>
              </a:ext>
            </a:extLst>
          </p:cNvPr>
          <p:cNvSpPr>
            <a:spLocks xmlns:a="http://schemas.openxmlformats.org/drawingml/2006/main" noGrp="1"/>
          </p:cNvSpPr>
          <p:nvPr/>
        </p:nvSpPr>
        <p:spPr>
          <a:xfrm xmlns:a="http://schemas.openxmlformats.org/drawingml/2006/main">
            <a:off x="3675887" y="3017520"/>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Quantized Local LLM + grammar → JSON ที่ตรวจได้</a:t>
            </a:r>
          </a:p>
        </p:txBody>
      </p:sp>
      <p:sp>
        <p:nvSpPr>
          <p:cNvPr id="18" name="TextBox 17">
            <a:extLst xmlns:a="http://schemas.openxmlformats.org/drawingml/2006/main">
              <a:ext uri="{FF2B5EF4-FFF2-40B4-BE49-F238E27FC236}">
                <a16:creationId xmlns:a16="http://schemas.microsoft.com/office/drawing/2014/main" id="{CD67D10C-C8B7-43E7-B5EC-A7F24146158E}"/>
              </a:ext>
            </a:extLst>
          </p:cNvPr>
          <p:cNvSpPr>
            <a:spLocks xmlns:a="http://schemas.openxmlformats.org/drawingml/2006/main" noGrp="1"/>
          </p:cNvSpPr>
          <p:nvPr/>
        </p:nvSpPr>
        <p:spPr>
          <a:xfrm xmlns:a="http://schemas.openxmlformats.org/drawingml/2006/main">
            <a:off x="9436608" y="3127248"/>
            <a:ext cx="1847088" cy="211531"/>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1388" b="1">
                <a:solidFill>
                  <a:srgbClr val="137E9A"/>
                </a:solidFill>
                <a:latin typeface="Tahoma"/>
                <a:ea typeface="Tahoma"/>
                <a:cs typeface="Tahoma"/>
              </a:defRPr>
            </a:defPPr>
            <a:lvl1pPr algn="r">
              <a:buNone/>
              <a:defRPr sz="1388" b="1">
                <a:solidFill>
                  <a:srgbClr val="137E9A"/>
                </a:solidFill>
                <a:latin typeface="Tahoma"/>
                <a:ea typeface="Tahoma"/>
                <a:cs typeface="Tahoma"/>
              </a:defRPr>
            </a:lvl1pPr>
            <a:lvl2pPr algn="r">
              <a:buNone/>
              <a:defRPr sz="1388" b="1">
                <a:solidFill>
                  <a:srgbClr val="137E9A"/>
                </a:solidFill>
                <a:latin typeface="Tahoma"/>
                <a:ea typeface="Tahoma"/>
                <a:cs typeface="Tahoma"/>
              </a:defRPr>
            </a:lvl2pPr>
            <a:lvl3pPr algn="r">
              <a:buNone/>
              <a:defRPr sz="1388" b="1">
                <a:solidFill>
                  <a:srgbClr val="137E9A"/>
                </a:solidFill>
                <a:latin typeface="Tahoma"/>
                <a:ea typeface="Tahoma"/>
                <a:cs typeface="Tahoma"/>
              </a:defRPr>
            </a:lvl3pPr>
            <a:lvl4pPr algn="r">
              <a:buNone/>
              <a:defRPr sz="1388" b="1">
                <a:solidFill>
                  <a:srgbClr val="137E9A"/>
                </a:solidFill>
                <a:latin typeface="Tahoma"/>
                <a:ea typeface="Tahoma"/>
                <a:cs typeface="Tahoma"/>
              </a:defRPr>
            </a:lvl4pPr>
            <a:lvl5pPr algn="r">
              <a:buNone/>
              <a:defRPr sz="1388" b="1">
                <a:solidFill>
                  <a:srgbClr val="137E9A"/>
                </a:solidFill>
                <a:latin typeface="Tahoma"/>
                <a:ea typeface="Tahoma"/>
                <a:cs typeface="Tahoma"/>
              </a:defRPr>
            </a:lvl5pPr>
            <a:lvl6pPr algn="r">
              <a:buNone/>
              <a:defRPr sz="1388" b="1">
                <a:solidFill>
                  <a:srgbClr val="137E9A"/>
                </a:solidFill>
                <a:latin typeface="Tahoma"/>
                <a:ea typeface="Tahoma"/>
                <a:cs typeface="Tahoma"/>
              </a:defRPr>
            </a:lvl6pPr>
            <a:lvl7pPr algn="r">
              <a:buNone/>
              <a:defRPr sz="1388" b="1">
                <a:solidFill>
                  <a:srgbClr val="137E9A"/>
                </a:solidFill>
                <a:latin typeface="Tahoma"/>
                <a:ea typeface="Tahoma"/>
                <a:cs typeface="Tahoma"/>
              </a:defRPr>
            </a:lvl7pPr>
            <a:lvl8pPr algn="r">
              <a:buNone/>
              <a:defRPr sz="1388" b="1">
                <a:solidFill>
                  <a:srgbClr val="137E9A"/>
                </a:solidFill>
                <a:latin typeface="Tahoma"/>
                <a:ea typeface="Tahoma"/>
                <a:cs typeface="Tahoma"/>
              </a:defRPr>
            </a:lvl8pPr>
            <a:lvl9pPr algn="r">
              <a:buNone/>
              <a:defRPr sz="1388" b="1">
                <a:solidFill>
                  <a:srgbClr val="137E9A"/>
                </a:solidFill>
                <a:latin typeface="Tahoma"/>
                <a:ea typeface="Tahoma"/>
                <a:cs typeface="Tahoma"/>
              </a:defRPr>
            </a:lvl9pPr>
          </a:lstStyle>
          <a:p xmlns:a="http://schemas.openxmlformats.org/drawingml/2006/main">
            <a:pPr algn="r">
              <a:spcAft>
                <a:spcPts val="400"/>
              </a:spcAft>
              <a:buNone/>
              <a:defRPr sz="1388" b="1">
                <a:solidFill>
                  <a:srgbClr val="137E9A"/>
                </a:solidFill>
                <a:latin typeface="Tahoma"/>
                <a:ea typeface="Tahoma"/>
                <a:cs typeface="Tahoma"/>
              </a:defRPr>
            </a:pPr>
            <a:r>
              <a:rPr sz="1388" b="1">
                <a:solidFill>
                  <a:srgbClr val="137E9A"/>
                </a:solidFill>
                <a:latin typeface="Tahoma"/>
                <a:ea typeface="Tahoma"/>
                <a:cs typeface="Tahoma"/>
              </a:rPr>
              <a:t>มีผลรูปแบบ JSON</a:t>
            </a:r>
          </a:p>
        </p:txBody>
      </p:sp>
      <p:sp>
        <p:nvSpPr>
          <p:cNvPr id="19" name="Rounded Rectangle 18">
            <a:extLst xmlns:a="http://schemas.openxmlformats.org/drawingml/2006/main">
              <a:ext uri="{FF2B5EF4-FFF2-40B4-BE49-F238E27FC236}">
                <a16:creationId xmlns:a16="http://schemas.microsoft.com/office/drawing/2014/main" id="{08F9504E-B36A-49D6-A0F6-BEF4DA3759C9}"/>
              </a:ext>
            </a:extLst>
          </p:cNvPr>
          <p:cNvSpPr>
            <a:spLocks xmlns:a="http://schemas.openxmlformats.org/drawingml/2006/main" noGrp="1"/>
          </p:cNvSpPr>
          <p:nvPr/>
        </p:nvSpPr>
        <p:spPr>
          <a:xfrm xmlns:a="http://schemas.openxmlformats.org/drawingml/2006/main">
            <a:off x="722376" y="4261104"/>
            <a:ext cx="576072" cy="859536"/>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7E8D0A5-F574-402A-9BB2-2505E2ECE2C8}"/>
              </a:ext>
            </a:extLst>
          </p:cNvPr>
          <p:cNvSpPr>
            <a:spLocks xmlns:a="http://schemas.openxmlformats.org/drawingml/2006/main" noGrp="1"/>
          </p:cNvSpPr>
          <p:nvPr/>
        </p:nvSpPr>
        <p:spPr>
          <a:xfrm xmlns:a="http://schemas.openxmlformats.org/drawingml/2006/main">
            <a:off x="859536" y="4471416"/>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3</a:t>
            </a:r>
          </a:p>
        </p:txBody>
      </p:sp>
      <p:sp>
        <p:nvSpPr>
          <p:cNvPr id="21" name="Rounded Rectangle 20">
            <a:extLst xmlns:a="http://schemas.openxmlformats.org/drawingml/2006/main">
              <a:ext uri="{FF2B5EF4-FFF2-40B4-BE49-F238E27FC236}">
                <a16:creationId xmlns:a16="http://schemas.microsoft.com/office/drawing/2014/main" id="{2B8F039A-55F6-475E-93E2-417E6276FB8F}"/>
              </a:ext>
            </a:extLst>
          </p:cNvPr>
          <p:cNvSpPr>
            <a:spLocks xmlns:a="http://schemas.openxmlformats.org/drawingml/2006/main" noGrp="1"/>
          </p:cNvSpPr>
          <p:nvPr/>
        </p:nvSpPr>
        <p:spPr>
          <a:xfrm xmlns:a="http://schemas.openxmlformats.org/drawingml/2006/main">
            <a:off x="1481328" y="4261104"/>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F240D0C-0EE3-4290-82A1-BB4DD36B19D2}"/>
              </a:ext>
            </a:extLst>
          </p:cNvPr>
          <p:cNvSpPr>
            <a:spLocks xmlns:a="http://schemas.openxmlformats.org/drawingml/2006/main" noGrp="1"/>
          </p:cNvSpPr>
          <p:nvPr/>
        </p:nvSpPr>
        <p:spPr>
          <a:xfrm xmlns:a="http://schemas.openxmlformats.org/drawingml/2006/main">
            <a:off x="1691640" y="4370832"/>
            <a:ext cx="2157984" cy="3108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ใช้งานปลายน้ำ</a:t>
            </a:r>
          </a:p>
        </p:txBody>
      </p:sp>
      <p:sp>
        <p:nvSpPr>
          <p:cNvPr id="23" name="TextBox 22">
            <a:extLst xmlns:a="http://schemas.openxmlformats.org/drawingml/2006/main">
              <a:ext uri="{FF2B5EF4-FFF2-40B4-BE49-F238E27FC236}">
                <a16:creationId xmlns:a16="http://schemas.microsoft.com/office/drawing/2014/main" id="{7424E664-80AD-4010-8F58-E1F3F1544D59}"/>
              </a:ext>
            </a:extLst>
          </p:cNvPr>
          <p:cNvSpPr>
            <a:spLocks xmlns:a="http://schemas.openxmlformats.org/drawingml/2006/main" noGrp="1"/>
          </p:cNvSpPr>
          <p:nvPr/>
        </p:nvSpPr>
        <p:spPr>
          <a:xfrm xmlns:a="http://schemas.openxmlformats.org/drawingml/2006/main">
            <a:off x="3675887" y="4361688"/>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MQTT / Home Assistant → dashboard; burn rate เมื่อมีข้อมูลการใช้</a:t>
            </a:r>
          </a:p>
        </p:txBody>
      </p:sp>
      <p:sp>
        <p:nvSpPr>
          <p:cNvPr id="24" name="TextBox 23">
            <a:extLst xmlns:a="http://schemas.openxmlformats.org/drawingml/2006/main">
              <a:ext uri="{FF2B5EF4-FFF2-40B4-BE49-F238E27FC236}">
                <a16:creationId xmlns:a16="http://schemas.microsoft.com/office/drawing/2014/main" id="{94021CCB-C754-4631-B96E-B2B1343ABF0D}"/>
              </a:ext>
            </a:extLst>
          </p:cNvPr>
          <p:cNvSpPr>
            <a:spLocks xmlns:a="http://schemas.openxmlformats.org/drawingml/2006/main" noGrp="1"/>
          </p:cNvSpPr>
          <p:nvPr/>
        </p:nvSpPr>
        <p:spPr>
          <a:xfrm xmlns:a="http://schemas.openxmlformats.org/drawingml/2006/main">
            <a:off x="9436608" y="4471416"/>
            <a:ext cx="1847088" cy="211531"/>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1388" b="1">
                <a:solidFill>
                  <a:srgbClr val="1D2A5D"/>
                </a:solidFill>
                <a:latin typeface="Tahoma"/>
                <a:ea typeface="Tahoma"/>
                <a:cs typeface="Tahoma"/>
              </a:defRPr>
            </a:defPPr>
            <a:lvl1pPr algn="r">
              <a:buNone/>
              <a:defRPr sz="1388" b="1">
                <a:solidFill>
                  <a:srgbClr val="1D2A5D"/>
                </a:solidFill>
                <a:latin typeface="Tahoma"/>
                <a:ea typeface="Tahoma"/>
                <a:cs typeface="Tahoma"/>
              </a:defRPr>
            </a:lvl1pPr>
            <a:lvl2pPr algn="r">
              <a:buNone/>
              <a:defRPr sz="1388" b="1">
                <a:solidFill>
                  <a:srgbClr val="1D2A5D"/>
                </a:solidFill>
                <a:latin typeface="Tahoma"/>
                <a:ea typeface="Tahoma"/>
                <a:cs typeface="Tahoma"/>
              </a:defRPr>
            </a:lvl2pPr>
            <a:lvl3pPr algn="r">
              <a:buNone/>
              <a:defRPr sz="1388" b="1">
                <a:solidFill>
                  <a:srgbClr val="1D2A5D"/>
                </a:solidFill>
                <a:latin typeface="Tahoma"/>
                <a:ea typeface="Tahoma"/>
                <a:cs typeface="Tahoma"/>
              </a:defRPr>
            </a:lvl3pPr>
            <a:lvl4pPr algn="r">
              <a:buNone/>
              <a:defRPr sz="1388" b="1">
                <a:solidFill>
                  <a:srgbClr val="1D2A5D"/>
                </a:solidFill>
                <a:latin typeface="Tahoma"/>
                <a:ea typeface="Tahoma"/>
                <a:cs typeface="Tahoma"/>
              </a:defRPr>
            </a:lvl4pPr>
            <a:lvl5pPr algn="r">
              <a:buNone/>
              <a:defRPr sz="1388" b="1">
                <a:solidFill>
                  <a:srgbClr val="1D2A5D"/>
                </a:solidFill>
                <a:latin typeface="Tahoma"/>
                <a:ea typeface="Tahoma"/>
                <a:cs typeface="Tahoma"/>
              </a:defRPr>
            </a:lvl5pPr>
            <a:lvl6pPr algn="r">
              <a:buNone/>
              <a:defRPr sz="1388" b="1">
                <a:solidFill>
                  <a:srgbClr val="1D2A5D"/>
                </a:solidFill>
                <a:latin typeface="Tahoma"/>
                <a:ea typeface="Tahoma"/>
                <a:cs typeface="Tahoma"/>
              </a:defRPr>
            </a:lvl6pPr>
            <a:lvl7pPr algn="r">
              <a:buNone/>
              <a:defRPr sz="1388" b="1">
                <a:solidFill>
                  <a:srgbClr val="1D2A5D"/>
                </a:solidFill>
                <a:latin typeface="Tahoma"/>
                <a:ea typeface="Tahoma"/>
                <a:cs typeface="Tahoma"/>
              </a:defRPr>
            </a:lvl7pPr>
            <a:lvl8pPr algn="r">
              <a:buNone/>
              <a:defRPr sz="1388" b="1">
                <a:solidFill>
                  <a:srgbClr val="1D2A5D"/>
                </a:solidFill>
                <a:latin typeface="Tahoma"/>
                <a:ea typeface="Tahoma"/>
                <a:cs typeface="Tahoma"/>
              </a:defRPr>
            </a:lvl8pPr>
            <a:lvl9pPr algn="r">
              <a:buNone/>
              <a:defRPr sz="1388" b="1">
                <a:solidFill>
                  <a:srgbClr val="1D2A5D"/>
                </a:solidFill>
                <a:latin typeface="Tahoma"/>
                <a:ea typeface="Tahoma"/>
                <a:cs typeface="Tahoma"/>
              </a:defRPr>
            </a:lvl9pPr>
          </a:lstStyle>
          <a:p xmlns:a="http://schemas.openxmlformats.org/drawingml/2006/main">
            <a:pPr algn="r">
              <a:spcAft>
                <a:spcPts val="400"/>
              </a:spcAft>
              <a:buNone/>
              <a:defRPr sz="1388" b="1">
                <a:solidFill>
                  <a:srgbClr val="1D2A5D"/>
                </a:solidFill>
                <a:latin typeface="Tahoma"/>
                <a:ea typeface="Tahoma"/>
                <a:cs typeface="Tahoma"/>
              </a:defRPr>
            </a:pPr>
            <a:r>
              <a:rPr sz="1388" b="1">
                <a:solidFill>
                  <a:srgbClr val="1D2A5D"/>
                </a:solidFill>
                <a:latin typeface="Tahoma"/>
                <a:ea typeface="Tahoma"/>
                <a:cs typeface="Tahoma"/>
              </a:rPr>
              <a:t>เชื่อมเดโมบน PC</a:t>
            </a:r>
          </a:p>
        </p:txBody>
      </p:sp>
      <p:sp>
        <p:nvSpPr>
          <p:cNvPr id="25" name="TextBox 24">
            <a:extLst xmlns:a="http://schemas.openxmlformats.org/drawingml/2006/main">
              <a:ext uri="{FF2B5EF4-FFF2-40B4-BE49-F238E27FC236}">
                <a16:creationId xmlns:a16="http://schemas.microsoft.com/office/drawing/2014/main" id="{177409F9-D786-4CE6-B210-7D377F9F662C}"/>
              </a:ext>
            </a:extLst>
          </p:cNvPr>
          <p:cNvSpPr>
            <a:spLocks xmlns:a="http://schemas.openxmlformats.org/drawingml/2006/main" noGrp="1"/>
          </p:cNvSpPr>
          <p:nvPr/>
        </p:nvSpPr>
        <p:spPr>
          <a:xfrm xmlns:a="http://schemas.openxmlformats.org/drawingml/2006/main">
            <a:off x="749808" y="5843016"/>
            <a:ext cx="10789920" cy="34747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ใบเสร็จบอกการซื้อเข้า; การคำนวณ burn rate ต้องมีข้อมูลคงเหลือหรือการใช้ตามเวลาเพิ่มเติม</a:t>
            </a:r>
          </a:p>
        </p:txBody>
      </p:sp>
    </p:spTree>
    <p:extLst>
      <p:ext uri="{BB962C8B-B14F-4D97-AF65-F5344CB8AC3E}">
        <p14:creationId xmlns:p14="http://schemas.microsoft.com/office/powerpoint/2010/main" val="1067656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387EDD8-D5C3-42C0-A366-3F5B24BF976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ภาพหนึ่งใบจะกลายเป็นข้อมูลอะไร?</a:t>
            </a:r>
          </a:p>
        </p:txBody>
      </p:sp>
      <p:sp>
        <p:nvSpPr>
          <p:cNvPr id="3" name="TextBox 2">
            <a:extLst xmlns:a="http://schemas.openxmlformats.org/drawingml/2006/main">
              <a:ext uri="{FF2B5EF4-FFF2-40B4-BE49-F238E27FC236}">
                <a16:creationId xmlns:a16="http://schemas.microsoft.com/office/drawing/2014/main" id="{F9390349-79FA-449F-B1E9-ECCEFC4EFE20}"/>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ตัวอย่างข้อมูลสมมติเพื่ออธิบายหน้าตาระบบ ผลรันจริงอยู่ในช่วงเดโม</a:t>
            </a:r>
          </a:p>
        </p:txBody>
      </p:sp>
      <p:sp>
        <p:nvSpPr>
          <p:cNvPr id="4" name="Connector 3">
            <a:extLst xmlns:a="http://schemas.openxmlformats.org/drawingml/2006/main">
              <a:ext uri="{FF2B5EF4-FFF2-40B4-BE49-F238E27FC236}">
                <a16:creationId xmlns:a16="http://schemas.microsoft.com/office/drawing/2014/main" id="{E1A86C7B-B93E-4A75-9AE1-7B6DDF15107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D9D37C4-E90C-4896-84D1-8ACD7E37C0FF}"/>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9D9A921A-2FAB-4917-9F51-FF44E38E17F4}"/>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10</a:t>
            </a:r>
          </a:p>
        </p:txBody>
      </p:sp>
      <p:sp>
        <p:nvSpPr>
          <p:cNvPr id="7" name="Rounded Rectangle 6">
            <a:extLst xmlns:a="http://schemas.openxmlformats.org/drawingml/2006/main">
              <a:ext uri="{FF2B5EF4-FFF2-40B4-BE49-F238E27FC236}">
                <a16:creationId xmlns:a16="http://schemas.microsoft.com/office/drawing/2014/main" id="{664080B6-5AC2-4C5F-8B28-299B49FF8F61}"/>
              </a:ext>
            </a:extLst>
          </p:cNvPr>
          <p:cNvSpPr>
            <a:spLocks xmlns:a="http://schemas.openxmlformats.org/drawingml/2006/main" noGrp="1"/>
          </p:cNvSpPr>
          <p:nvPr/>
        </p:nvSpPr>
        <p:spPr>
          <a:xfrm xmlns:a="http://schemas.openxmlformats.org/drawingml/2006/main">
            <a:off x="713232" y="1709928"/>
            <a:ext cx="2514600" cy="360273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2ACFE4C-C4CE-41AF-983A-8CC3C8B71C04}"/>
              </a:ext>
            </a:extLst>
          </p:cNvPr>
          <p:cNvSpPr>
            <a:spLocks xmlns:a="http://schemas.openxmlformats.org/drawingml/2006/main" noGrp="1"/>
          </p:cNvSpPr>
          <p:nvPr/>
        </p:nvSpPr>
        <p:spPr>
          <a:xfrm xmlns:a="http://schemas.openxmlformats.org/drawingml/2006/main">
            <a:off x="905256" y="1901952"/>
            <a:ext cx="210312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1  รับภาพใบเสร็จ</a:t>
            </a:r>
          </a:p>
        </p:txBody>
      </p:sp>
      <p:sp>
        <p:nvSpPr>
          <p:cNvPr id="9" name="Rectangle 8">
            <a:extLst xmlns:a="http://schemas.openxmlformats.org/drawingml/2006/main">
              <a:ext uri="{FF2B5EF4-FFF2-40B4-BE49-F238E27FC236}">
                <a16:creationId xmlns:a16="http://schemas.microsoft.com/office/drawing/2014/main" id="{125A8255-EEDD-4285-9179-1EB837C5D9E1}"/>
              </a:ext>
            </a:extLst>
          </p:cNvPr>
          <p:cNvSpPr>
            <a:spLocks xmlns:a="http://schemas.openxmlformats.org/drawingml/2006/main" noGrp="1"/>
          </p:cNvSpPr>
          <p:nvPr/>
        </p:nvSpPr>
        <p:spPr>
          <a:xfrm xmlns:a="http://schemas.openxmlformats.org/drawingml/2006/main">
            <a:off x="950976" y="2505456"/>
            <a:ext cx="2039112" cy="2404872"/>
          </a:xfrm>
          <a:prstGeom xmlns:a="http://schemas.openxmlformats.org/drawingml/2006/main" prst="rect">
            <a:avLst/>
          </a:prstGeom>
          <a:solidFill xmlns:a="http://schemas.openxmlformats.org/drawingml/2006/main">
            <a:srgbClr val="FFFFFF"/>
          </a:solidFill>
          <a:ln xmlns:a="http://schemas.openxmlformats.org/drawingml/2006/main" w="12700">
            <a:solidFill>
              <a:srgbClr val="D3DF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122237CD-0552-483D-B3F1-7FD6C41F413A}"/>
              </a:ext>
            </a:extLst>
          </p:cNvPr>
          <p:cNvSpPr>
            <a:spLocks xmlns:a="http://schemas.openxmlformats.org/drawingml/2006/main" noGrp="1"/>
          </p:cNvSpPr>
          <p:nvPr/>
        </p:nvSpPr>
        <p:spPr>
          <a:xfrm xmlns:a="http://schemas.openxmlformats.org/drawingml/2006/main">
            <a:off x="1088136" y="2688336"/>
            <a:ext cx="1773936" cy="20208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ร้านตัวอย่าง</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18 ต.ค. 2569</a:t>
            </a:r>
          </a:p>
          <a:p xmlns:a="http://schemas.openxmlformats.org/drawingml/2006/main">
            <a:pPr algn="l">
              <a:spcAft>
                <a:spcPts val="400"/>
              </a:spcAft>
              <a:buNone/>
              <a:defRPr sz="1600" b="0">
                <a:solidFill>
                  <a:srgbClr val="1D2F3E"/>
                </a:solidFill>
                <a:latin typeface="Tahoma"/>
                <a:ea typeface="Tahoma"/>
                <a:cs typeface="Tahoma"/>
              </a:defRPr>
            </a:pP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ข้าว 1 ถุง       100</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นม 2 กล่อง      50</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รวม 150 บาท</a:t>
            </a:r>
          </a:p>
        </p:txBody>
      </p:sp>
      <p:sp>
        <p:nvSpPr>
          <p:cNvPr id="11" name="TextBox 10">
            <a:extLst xmlns:a="http://schemas.openxmlformats.org/drawingml/2006/main">
              <a:ext uri="{FF2B5EF4-FFF2-40B4-BE49-F238E27FC236}">
                <a16:creationId xmlns:a16="http://schemas.microsoft.com/office/drawing/2014/main" id="{49DFC5D7-BC11-4132-8884-A45B569BA200}"/>
              </a:ext>
            </a:extLst>
          </p:cNvPr>
          <p:cNvSpPr>
            <a:spLocks xmlns:a="http://schemas.openxmlformats.org/drawingml/2006/main" noGrp="1"/>
          </p:cNvSpPr>
          <p:nvPr/>
        </p:nvSpPr>
        <p:spPr>
          <a:xfrm xmlns:a="http://schemas.openxmlformats.org/drawingml/2006/main">
            <a:off x="3264408" y="3108960"/>
            <a:ext cx="3657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12" name="Rounded Rectangle 11">
            <a:extLst xmlns:a="http://schemas.openxmlformats.org/drawingml/2006/main">
              <a:ext uri="{FF2B5EF4-FFF2-40B4-BE49-F238E27FC236}">
                <a16:creationId xmlns:a16="http://schemas.microsoft.com/office/drawing/2014/main" id="{5A4DDE0D-9BB6-4424-9954-6D530971EB25}"/>
              </a:ext>
            </a:extLst>
          </p:cNvPr>
          <p:cNvSpPr>
            <a:spLocks xmlns:a="http://schemas.openxmlformats.org/drawingml/2006/main" noGrp="1"/>
          </p:cNvSpPr>
          <p:nvPr/>
        </p:nvSpPr>
        <p:spPr>
          <a:xfrm xmlns:a="http://schemas.openxmlformats.org/drawingml/2006/main">
            <a:off x="3675887" y="1709928"/>
            <a:ext cx="4526280" cy="360273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4FD00FD-099D-4F2E-BCA9-B2FC5E1DC8EC}"/>
              </a:ext>
            </a:extLst>
          </p:cNvPr>
          <p:cNvSpPr>
            <a:spLocks xmlns:a="http://schemas.openxmlformats.org/drawingml/2006/main" noGrp="1"/>
          </p:cNvSpPr>
          <p:nvPr/>
        </p:nvSpPr>
        <p:spPr>
          <a:xfrm xmlns:a="http://schemas.openxmlformats.org/drawingml/2006/main">
            <a:off x="3858768" y="1901952"/>
            <a:ext cx="411480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2  สกัดเป็นรายการที่ตรวจได้</a:t>
            </a:r>
          </a:p>
        </p:txBody>
      </p:sp>
      <p:sp>
        <p:nvSpPr>
          <p:cNvPr id="14" name="TextBox 13">
            <a:extLst xmlns:a="http://schemas.openxmlformats.org/drawingml/2006/main">
              <a:ext uri="{FF2B5EF4-FFF2-40B4-BE49-F238E27FC236}">
                <a16:creationId xmlns:a16="http://schemas.microsoft.com/office/drawing/2014/main" id="{3FAE8717-F4DF-4CB6-A30A-285CD370AEC9}"/>
              </a:ext>
            </a:extLst>
          </p:cNvPr>
          <p:cNvSpPr>
            <a:spLocks xmlns:a="http://schemas.openxmlformats.org/drawingml/2006/main" noGrp="1"/>
          </p:cNvSpPr>
          <p:nvPr/>
        </p:nvSpPr>
        <p:spPr>
          <a:xfrm xmlns:a="http://schemas.openxmlformats.org/drawingml/2006/main">
            <a:off x="3886200" y="2505456"/>
            <a:ext cx="402336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ร้านตัวอย่าง   วันที่ 2026-10-18</a:t>
            </a:r>
          </a:p>
        </p:txBody>
      </p:sp>
      <p:sp>
        <p:nvSpPr>
          <p:cNvPr id="15" name="Rectangle 14">
            <a:extLst xmlns:a="http://schemas.openxmlformats.org/drawingml/2006/main">
              <a:ext uri="{FF2B5EF4-FFF2-40B4-BE49-F238E27FC236}">
                <a16:creationId xmlns:a16="http://schemas.microsoft.com/office/drawing/2014/main" id="{407F30C3-E0DC-4F85-A773-A4E4765FDFD2}"/>
              </a:ext>
            </a:extLst>
          </p:cNvPr>
          <p:cNvSpPr>
            <a:spLocks xmlns:a="http://schemas.openxmlformats.org/drawingml/2006/main" noGrp="1"/>
          </p:cNvSpPr>
          <p:nvPr/>
        </p:nvSpPr>
        <p:spPr>
          <a:xfrm xmlns:a="http://schemas.openxmlformats.org/drawingml/2006/main">
            <a:off x="3867912" y="3026664"/>
            <a:ext cx="4123944" cy="402336"/>
          </a:xfrm>
          <a:prstGeom xmlns:a="http://schemas.openxmlformats.org/drawingml/2006/main" prst="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9C268FBE-503A-4562-8211-111893DA52A4}"/>
              </a:ext>
            </a:extLst>
          </p:cNvPr>
          <p:cNvSpPr>
            <a:spLocks xmlns:a="http://schemas.openxmlformats.org/drawingml/2006/main" noGrp="1"/>
          </p:cNvSpPr>
          <p:nvPr/>
        </p:nvSpPr>
        <p:spPr>
          <a:xfrm xmlns:a="http://schemas.openxmlformats.org/drawingml/2006/main">
            <a:off x="3977639" y="3108960"/>
            <a:ext cx="109728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สินค้า</a:t>
            </a:r>
          </a:p>
        </p:txBody>
      </p:sp>
      <p:sp>
        <p:nvSpPr>
          <p:cNvPr id="17" name="TextBox 16">
            <a:extLst xmlns:a="http://schemas.openxmlformats.org/drawingml/2006/main">
              <a:ext uri="{FF2B5EF4-FFF2-40B4-BE49-F238E27FC236}">
                <a16:creationId xmlns:a16="http://schemas.microsoft.com/office/drawing/2014/main" id="{C55CE913-94EC-48D9-90C4-01C15ABA4AA0}"/>
              </a:ext>
            </a:extLst>
          </p:cNvPr>
          <p:cNvSpPr>
            <a:spLocks xmlns:a="http://schemas.openxmlformats.org/drawingml/2006/main" noGrp="1"/>
          </p:cNvSpPr>
          <p:nvPr/>
        </p:nvSpPr>
        <p:spPr>
          <a:xfrm xmlns:a="http://schemas.openxmlformats.org/drawingml/2006/main">
            <a:off x="5166360" y="3108960"/>
            <a:ext cx="91440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จำนวน</a:t>
            </a:r>
          </a:p>
        </p:txBody>
      </p:sp>
      <p:sp>
        <p:nvSpPr>
          <p:cNvPr id="18" name="TextBox 17">
            <a:extLst xmlns:a="http://schemas.openxmlformats.org/drawingml/2006/main">
              <a:ext uri="{FF2B5EF4-FFF2-40B4-BE49-F238E27FC236}">
                <a16:creationId xmlns:a16="http://schemas.microsoft.com/office/drawing/2014/main" id="{F00EDD07-77D1-41CB-A985-59BE05B58777}"/>
              </a:ext>
            </a:extLst>
          </p:cNvPr>
          <p:cNvSpPr>
            <a:spLocks xmlns:a="http://schemas.openxmlformats.org/drawingml/2006/main" noGrp="1"/>
          </p:cNvSpPr>
          <p:nvPr/>
        </p:nvSpPr>
        <p:spPr>
          <a:xfrm xmlns:a="http://schemas.openxmlformats.org/drawingml/2006/main">
            <a:off x="6227064" y="3108960"/>
            <a:ext cx="77724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ต่อหน่วย</a:t>
            </a:r>
          </a:p>
        </p:txBody>
      </p:sp>
      <p:sp>
        <p:nvSpPr>
          <p:cNvPr id="19" name="TextBox 18">
            <a:extLst xmlns:a="http://schemas.openxmlformats.org/drawingml/2006/main">
              <a:ext uri="{FF2B5EF4-FFF2-40B4-BE49-F238E27FC236}">
                <a16:creationId xmlns:a16="http://schemas.microsoft.com/office/drawing/2014/main" id="{606A27DD-3E5E-4C1B-933C-1653F99DA731}"/>
              </a:ext>
            </a:extLst>
          </p:cNvPr>
          <p:cNvSpPr>
            <a:spLocks xmlns:a="http://schemas.openxmlformats.org/drawingml/2006/main" noGrp="1"/>
          </p:cNvSpPr>
          <p:nvPr/>
        </p:nvSpPr>
        <p:spPr>
          <a:xfrm xmlns:a="http://schemas.openxmlformats.org/drawingml/2006/main">
            <a:off x="7168896" y="3108960"/>
            <a:ext cx="64008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รวม</a:t>
            </a:r>
          </a:p>
        </p:txBody>
      </p:sp>
      <p:sp>
        <p:nvSpPr>
          <p:cNvPr id="20" name="TextBox 19">
            <a:extLst xmlns:a="http://schemas.openxmlformats.org/drawingml/2006/main">
              <a:ext uri="{FF2B5EF4-FFF2-40B4-BE49-F238E27FC236}">
                <a16:creationId xmlns:a16="http://schemas.microsoft.com/office/drawing/2014/main" id="{1123278A-D388-4080-96DF-8DA8732FD040}"/>
              </a:ext>
            </a:extLst>
          </p:cNvPr>
          <p:cNvSpPr>
            <a:spLocks xmlns:a="http://schemas.openxmlformats.org/drawingml/2006/main" noGrp="1"/>
          </p:cNvSpPr>
          <p:nvPr/>
        </p:nvSpPr>
        <p:spPr>
          <a:xfrm xmlns:a="http://schemas.openxmlformats.org/drawingml/2006/main">
            <a:off x="3977639" y="3602736"/>
            <a:ext cx="109728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ข้าว</a:t>
            </a:r>
          </a:p>
        </p:txBody>
      </p:sp>
      <p:sp>
        <p:nvSpPr>
          <p:cNvPr id="21" name="TextBox 20">
            <a:extLst xmlns:a="http://schemas.openxmlformats.org/drawingml/2006/main">
              <a:ext uri="{FF2B5EF4-FFF2-40B4-BE49-F238E27FC236}">
                <a16:creationId xmlns:a16="http://schemas.microsoft.com/office/drawing/2014/main" id="{D66A46F4-6508-4B97-919C-EF90B5405FF8}"/>
              </a:ext>
            </a:extLst>
          </p:cNvPr>
          <p:cNvSpPr>
            <a:spLocks xmlns:a="http://schemas.openxmlformats.org/drawingml/2006/main" noGrp="1"/>
          </p:cNvSpPr>
          <p:nvPr/>
        </p:nvSpPr>
        <p:spPr>
          <a:xfrm xmlns:a="http://schemas.openxmlformats.org/drawingml/2006/main">
            <a:off x="5166360" y="3602736"/>
            <a:ext cx="9601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 ถุง</a:t>
            </a:r>
          </a:p>
        </p:txBody>
      </p:sp>
      <p:sp>
        <p:nvSpPr>
          <p:cNvPr id="22" name="TextBox 21">
            <a:extLst xmlns:a="http://schemas.openxmlformats.org/drawingml/2006/main">
              <a:ext uri="{FF2B5EF4-FFF2-40B4-BE49-F238E27FC236}">
                <a16:creationId xmlns:a16="http://schemas.microsoft.com/office/drawing/2014/main" id="{BE2D4650-EEA3-421A-878B-E7C8D265FCB7}"/>
              </a:ext>
            </a:extLst>
          </p:cNvPr>
          <p:cNvSpPr>
            <a:spLocks xmlns:a="http://schemas.openxmlformats.org/drawingml/2006/main" noGrp="1"/>
          </p:cNvSpPr>
          <p:nvPr/>
        </p:nvSpPr>
        <p:spPr>
          <a:xfrm xmlns:a="http://schemas.openxmlformats.org/drawingml/2006/main">
            <a:off x="6309360" y="3602736"/>
            <a:ext cx="731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100</a:t>
            </a:r>
          </a:p>
        </p:txBody>
      </p:sp>
      <p:sp>
        <p:nvSpPr>
          <p:cNvPr id="23" name="TextBox 22">
            <a:extLst xmlns:a="http://schemas.openxmlformats.org/drawingml/2006/main">
              <a:ext uri="{FF2B5EF4-FFF2-40B4-BE49-F238E27FC236}">
                <a16:creationId xmlns:a16="http://schemas.microsoft.com/office/drawing/2014/main" id="{77A5E07F-3C39-441C-973E-B10AAAF90C58}"/>
              </a:ext>
            </a:extLst>
          </p:cNvPr>
          <p:cNvSpPr>
            <a:spLocks xmlns:a="http://schemas.openxmlformats.org/drawingml/2006/main" noGrp="1"/>
          </p:cNvSpPr>
          <p:nvPr/>
        </p:nvSpPr>
        <p:spPr>
          <a:xfrm xmlns:a="http://schemas.openxmlformats.org/drawingml/2006/main">
            <a:off x="7196328" y="3602736"/>
            <a:ext cx="68580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100</a:t>
            </a:r>
          </a:p>
        </p:txBody>
      </p:sp>
      <p:sp>
        <p:nvSpPr>
          <p:cNvPr id="24" name="TextBox 23">
            <a:extLst xmlns:a="http://schemas.openxmlformats.org/drawingml/2006/main">
              <a:ext uri="{FF2B5EF4-FFF2-40B4-BE49-F238E27FC236}">
                <a16:creationId xmlns:a16="http://schemas.microsoft.com/office/drawing/2014/main" id="{28E55C88-34B6-441B-ACB2-6A9C3092A741}"/>
              </a:ext>
            </a:extLst>
          </p:cNvPr>
          <p:cNvSpPr>
            <a:spLocks xmlns:a="http://schemas.openxmlformats.org/drawingml/2006/main" noGrp="1"/>
          </p:cNvSpPr>
          <p:nvPr/>
        </p:nvSpPr>
        <p:spPr>
          <a:xfrm xmlns:a="http://schemas.openxmlformats.org/drawingml/2006/main">
            <a:off x="3977639" y="4087368"/>
            <a:ext cx="109728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นม</a:t>
            </a:r>
          </a:p>
        </p:txBody>
      </p:sp>
      <p:sp>
        <p:nvSpPr>
          <p:cNvPr id="25" name="TextBox 24">
            <a:extLst xmlns:a="http://schemas.openxmlformats.org/drawingml/2006/main">
              <a:ext uri="{FF2B5EF4-FFF2-40B4-BE49-F238E27FC236}">
                <a16:creationId xmlns:a16="http://schemas.microsoft.com/office/drawing/2014/main" id="{CA8FF4CE-7014-4B19-AF65-56BBAEA44514}"/>
              </a:ext>
            </a:extLst>
          </p:cNvPr>
          <p:cNvSpPr>
            <a:spLocks xmlns:a="http://schemas.openxmlformats.org/drawingml/2006/main" noGrp="1"/>
          </p:cNvSpPr>
          <p:nvPr/>
        </p:nvSpPr>
        <p:spPr>
          <a:xfrm xmlns:a="http://schemas.openxmlformats.org/drawingml/2006/main">
            <a:off x="5166360" y="4087368"/>
            <a:ext cx="9601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2 กล่อง</a:t>
            </a:r>
          </a:p>
        </p:txBody>
      </p:sp>
      <p:sp>
        <p:nvSpPr>
          <p:cNvPr id="26" name="TextBox 25">
            <a:extLst xmlns:a="http://schemas.openxmlformats.org/drawingml/2006/main">
              <a:ext uri="{FF2B5EF4-FFF2-40B4-BE49-F238E27FC236}">
                <a16:creationId xmlns:a16="http://schemas.microsoft.com/office/drawing/2014/main" id="{CA3074C6-1B2C-4223-AD6F-C14C05287A3E}"/>
              </a:ext>
            </a:extLst>
          </p:cNvPr>
          <p:cNvSpPr>
            <a:spLocks xmlns:a="http://schemas.openxmlformats.org/drawingml/2006/main" noGrp="1"/>
          </p:cNvSpPr>
          <p:nvPr/>
        </p:nvSpPr>
        <p:spPr>
          <a:xfrm xmlns:a="http://schemas.openxmlformats.org/drawingml/2006/main">
            <a:off x="6309360" y="4087368"/>
            <a:ext cx="731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25</a:t>
            </a:r>
          </a:p>
        </p:txBody>
      </p:sp>
      <p:sp>
        <p:nvSpPr>
          <p:cNvPr id="27" name="TextBox 26">
            <a:extLst xmlns:a="http://schemas.openxmlformats.org/drawingml/2006/main">
              <a:ext uri="{FF2B5EF4-FFF2-40B4-BE49-F238E27FC236}">
                <a16:creationId xmlns:a16="http://schemas.microsoft.com/office/drawing/2014/main" id="{B49711D7-7A40-4AC6-AABC-6BE2EFE69EA4}"/>
              </a:ext>
            </a:extLst>
          </p:cNvPr>
          <p:cNvSpPr>
            <a:spLocks xmlns:a="http://schemas.openxmlformats.org/drawingml/2006/main" noGrp="1"/>
          </p:cNvSpPr>
          <p:nvPr/>
        </p:nvSpPr>
        <p:spPr>
          <a:xfrm xmlns:a="http://schemas.openxmlformats.org/drawingml/2006/main">
            <a:off x="7196328" y="4087368"/>
            <a:ext cx="68580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50</a:t>
            </a:r>
          </a:p>
        </p:txBody>
      </p:sp>
      <p:sp>
        <p:nvSpPr>
          <p:cNvPr id="28" name="TextBox 27">
            <a:extLst xmlns:a="http://schemas.openxmlformats.org/drawingml/2006/main">
              <a:ext uri="{FF2B5EF4-FFF2-40B4-BE49-F238E27FC236}">
                <a16:creationId xmlns:a16="http://schemas.microsoft.com/office/drawing/2014/main" id="{E0DC57E5-3935-46BE-9EF5-AB82208BB830}"/>
              </a:ext>
            </a:extLst>
          </p:cNvPr>
          <p:cNvSpPr>
            <a:spLocks xmlns:a="http://schemas.openxmlformats.org/drawingml/2006/main" noGrp="1"/>
          </p:cNvSpPr>
          <p:nvPr/>
        </p:nvSpPr>
        <p:spPr>
          <a:xfrm xmlns:a="http://schemas.openxmlformats.org/drawingml/2006/main">
            <a:off x="3977639" y="4700016"/>
            <a:ext cx="379476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A5D"/>
                </a:solidFill>
                <a:latin typeface="Tahoma"/>
                <a:ea typeface="Tahoma"/>
                <a:cs typeface="Tahoma"/>
              </a:defRPr>
            </a:pPr>
            <a:r>
              <a:rPr>
                <a:latin typeface="Tahoma"/>
                <a:ea typeface="Tahoma"/>
                <a:cs typeface="Tahoma"/>
              </a:rPr>
              <a:t>ยอดรวม 150 THB</a:t>
            </a:r>
          </a:p>
        </p:txBody>
      </p:sp>
      <p:sp>
        <p:nvSpPr>
          <p:cNvPr id="29" name="TextBox 28">
            <a:extLst xmlns:a="http://schemas.openxmlformats.org/drawingml/2006/main">
              <a:ext uri="{FF2B5EF4-FFF2-40B4-BE49-F238E27FC236}">
                <a16:creationId xmlns:a16="http://schemas.microsoft.com/office/drawing/2014/main" id="{A5BBD20E-7C45-44AC-A349-A0336B6F68DB}"/>
              </a:ext>
            </a:extLst>
          </p:cNvPr>
          <p:cNvSpPr>
            <a:spLocks xmlns:a="http://schemas.openxmlformats.org/drawingml/2006/main" noGrp="1"/>
          </p:cNvSpPr>
          <p:nvPr/>
        </p:nvSpPr>
        <p:spPr>
          <a:xfrm xmlns:a="http://schemas.openxmlformats.org/drawingml/2006/main">
            <a:off x="8247888" y="3108960"/>
            <a:ext cx="3657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30" name="Rounded Rectangle 29">
            <a:extLst xmlns:a="http://schemas.openxmlformats.org/drawingml/2006/main">
              <a:ext uri="{FF2B5EF4-FFF2-40B4-BE49-F238E27FC236}">
                <a16:creationId xmlns:a16="http://schemas.microsoft.com/office/drawing/2014/main" id="{81E4ED7D-802E-4735-B153-C87F677402C6}"/>
              </a:ext>
            </a:extLst>
          </p:cNvPr>
          <p:cNvSpPr>
            <a:spLocks xmlns:a="http://schemas.openxmlformats.org/drawingml/2006/main" noGrp="1"/>
          </p:cNvSpPr>
          <p:nvPr/>
        </p:nvSpPr>
        <p:spPr>
          <a:xfrm xmlns:a="http://schemas.openxmlformats.org/drawingml/2006/main">
            <a:off x="8650224" y="1709928"/>
            <a:ext cx="2807208" cy="3602736"/>
          </a:xfrm>
          <a:prstGeom xmlns:a="http://schemas.openxmlformats.org/drawingml/2006/main" prst="roundRect">
            <a:avLst/>
          </a:prstGeom>
          <a:solidFill xmlns:a="http://schemas.openxmlformats.org/drawingml/2006/main">
            <a:srgbClr val="E1F1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63D26454-E89F-4073-B8DC-148D85349910}"/>
              </a:ext>
            </a:extLst>
          </p:cNvPr>
          <p:cNvSpPr>
            <a:spLocks xmlns:a="http://schemas.openxmlformats.org/drawingml/2006/main" noGrp="1"/>
          </p:cNvSpPr>
          <p:nvPr/>
        </p:nvSpPr>
        <p:spPr>
          <a:xfrm xmlns:a="http://schemas.openxmlformats.org/drawingml/2006/main">
            <a:off x="8842248" y="1901952"/>
            <a:ext cx="242316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3  ตรวจและยืนยัน</a:t>
            </a:r>
          </a:p>
        </p:txBody>
      </p:sp>
      <p:sp>
        <p:nvSpPr>
          <p:cNvPr id="32" name="Rounded Rectangle 31">
            <a:extLst xmlns:a="http://schemas.openxmlformats.org/drawingml/2006/main">
              <a:ext uri="{FF2B5EF4-FFF2-40B4-BE49-F238E27FC236}">
                <a16:creationId xmlns:a16="http://schemas.microsoft.com/office/drawing/2014/main" id="{D9DE3EAE-B73F-4BFA-A397-6CA8955A61F8}"/>
              </a:ext>
            </a:extLst>
          </p:cNvPr>
          <p:cNvSpPr>
            <a:spLocks xmlns:a="http://schemas.openxmlformats.org/drawingml/2006/main" noGrp="1"/>
          </p:cNvSpPr>
          <p:nvPr/>
        </p:nvSpPr>
        <p:spPr>
          <a:xfrm xmlns:a="http://schemas.openxmlformats.org/drawingml/2006/main">
            <a:off x="8887968" y="2624328"/>
            <a:ext cx="2267712"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A79A2307-7349-4B64-B223-E7608E122EDC}"/>
              </a:ext>
            </a:extLst>
          </p:cNvPr>
          <p:cNvSpPr>
            <a:spLocks xmlns:a="http://schemas.openxmlformats.org/drawingml/2006/main" noGrp="1"/>
          </p:cNvSpPr>
          <p:nvPr/>
        </p:nvSpPr>
        <p:spPr>
          <a:xfrm xmlns:a="http://schemas.openxmlformats.org/drawingml/2006/main">
            <a:off x="8979408" y="2674620"/>
            <a:ext cx="2084831"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รอตรวจรายการ</a:t>
            </a:r>
          </a:p>
        </p:txBody>
      </p:sp>
      <p:sp>
        <p:nvSpPr>
          <p:cNvPr id="34" name="TextBox 33">
            <a:extLst xmlns:a="http://schemas.openxmlformats.org/drawingml/2006/main">
              <a:ext uri="{FF2B5EF4-FFF2-40B4-BE49-F238E27FC236}">
                <a16:creationId xmlns:a16="http://schemas.microsoft.com/office/drawing/2014/main" id="{64DF77E0-481A-4E93-8682-F5C7593B5084}"/>
              </a:ext>
            </a:extLst>
          </p:cNvPr>
          <p:cNvSpPr>
            <a:spLocks xmlns:a="http://schemas.openxmlformats.org/drawingml/2006/main" noGrp="1"/>
          </p:cNvSpPr>
          <p:nvPr/>
        </p:nvSpPr>
        <p:spPr>
          <a:xfrm xmlns:a="http://schemas.openxmlformats.org/drawingml/2006/main">
            <a:off x="8887968" y="3227832"/>
            <a:ext cx="2240280" cy="11430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ผู้ใช้เทียบกับภาพ</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แก้รายการที่อ่านผิด</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แล้วยืนยันข้อมูล</a:t>
            </a:r>
          </a:p>
        </p:txBody>
      </p:sp>
      <p:sp>
        <p:nvSpPr>
          <p:cNvPr id="35" name="TextBox 34">
            <a:extLst xmlns:a="http://schemas.openxmlformats.org/drawingml/2006/main">
              <a:ext uri="{FF2B5EF4-FFF2-40B4-BE49-F238E27FC236}">
                <a16:creationId xmlns:a16="http://schemas.microsoft.com/office/drawing/2014/main" id="{6CF048C8-67AB-4172-A683-8613EEE9E82F}"/>
              </a:ext>
            </a:extLst>
          </p:cNvPr>
          <p:cNvSpPr>
            <a:spLocks xmlns:a="http://schemas.openxmlformats.org/drawingml/2006/main" noGrp="1"/>
          </p:cNvSpPr>
          <p:nvPr/>
        </p:nvSpPr>
        <p:spPr>
          <a:xfrm xmlns:a="http://schemas.openxmlformats.org/drawingml/2006/main">
            <a:off x="8887968" y="4517136"/>
            <a:ext cx="2240280" cy="6675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37E9A"/>
                </a:solidFill>
                <a:latin typeface="Tahoma"/>
                <a:ea typeface="Tahoma"/>
                <a:cs typeface="Tahoma"/>
              </a:defRPr>
            </a:pPr>
            <a:r>
              <a:rPr>
                <a:latin typeface="Tahoma"/>
                <a:ea typeface="Tahoma"/>
                <a:cs typeface="Tahoma"/>
              </a:rPr>
              <a:t>ส่งข้อมูลซื้อเข้า</a:t>
            </a:r>
          </a:p>
          <a:p xmlns:a="http://schemas.openxmlformats.org/drawingml/2006/main">
            <a:pPr algn="l">
              <a:spcAft>
                <a:spcPts val="400"/>
              </a:spcAft>
              <a:buNone/>
              <a:defRPr sz="1800" b="1">
                <a:solidFill>
                  <a:srgbClr val="137E9A"/>
                </a:solidFill>
                <a:latin typeface="Tahoma"/>
                <a:ea typeface="Tahoma"/>
                <a:cs typeface="Tahoma"/>
              </a:defRPr>
            </a:pPr>
            <a:r>
              <a:rPr>
                <a:latin typeface="Tahoma"/>
                <a:ea typeface="Tahoma"/>
                <a:cs typeface="Tahoma"/>
              </a:rPr>
              <a:t>สู่ระบบบ้าน</a:t>
            </a:r>
          </a:p>
        </p:txBody>
      </p:sp>
      <p:sp>
        <p:nvSpPr>
          <p:cNvPr id="36" name="TextBox 35">
            <a:extLst xmlns:a="http://schemas.openxmlformats.org/drawingml/2006/main">
              <a:ext uri="{FF2B5EF4-FFF2-40B4-BE49-F238E27FC236}">
                <a16:creationId xmlns:a16="http://schemas.microsoft.com/office/drawing/2014/main" id="{D4F9AFFF-1DDE-449A-8806-6A4E47426404}"/>
              </a:ext>
            </a:extLst>
          </p:cNvPr>
          <p:cNvSpPr>
            <a:spLocks xmlns:a="http://schemas.openxmlformats.org/drawingml/2006/main" noGrp="1"/>
          </p:cNvSpPr>
          <p:nvPr/>
        </p:nvSpPr>
        <p:spPr>
          <a:xfrm xmlns:a="http://schemas.openxmlformats.org/drawingml/2006/main">
            <a:off x="768096" y="5577840"/>
            <a:ext cx="1060704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A5D"/>
                </a:solidFill>
                <a:latin typeface="Tahoma"/>
                <a:ea typeface="Tahoma"/>
                <a:cs typeface="Tahoma"/>
              </a:defRPr>
            </a:pPr>
            <a:r>
              <a:rPr>
                <a:latin typeface="Tahoma"/>
                <a:ea typeface="Tahoma"/>
                <a:cs typeface="Tahoma"/>
              </a:rPr>
              <a:t>ตารางนี้แสดงข้อมูลที่จะเก็บเป็น JSON และตรวจย้อนกลับถึงภาพต้นฉบับได้</a:t>
            </a:r>
          </a:p>
        </p:txBody>
      </p:sp>
      <p:sp>
        <p:nvSpPr>
          <p:cNvPr id="37" name="TextBox 36">
            <a:extLst xmlns:a="http://schemas.openxmlformats.org/drawingml/2006/main">
              <a:ext uri="{FF2B5EF4-FFF2-40B4-BE49-F238E27FC236}">
                <a16:creationId xmlns:a16="http://schemas.microsoft.com/office/drawing/2014/main" id="{2D060D74-0383-4D4B-BBAE-277E84FF922E}"/>
              </a:ext>
            </a:extLst>
          </p:cNvPr>
          <p:cNvSpPr>
            <a:spLocks xmlns:a="http://schemas.openxmlformats.org/drawingml/2006/main" noGrp="1"/>
          </p:cNvSpPr>
          <p:nvPr/>
        </p:nvSpPr>
        <p:spPr>
          <a:xfrm xmlns:a="http://schemas.openxmlformats.org/drawingml/2006/main">
            <a:off x="768096" y="6044184"/>
            <a:ext cx="10607040"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300">
                <a:solidFill>
                  <a:srgbClr val="576975"/>
                </a:solidFill>
                <a:latin typeface="Tahoma"/>
                <a:ea typeface="Tahoma"/>
                <a:cs typeface="Tahoma"/>
              </a:defRPr>
            </a:defPPr>
            <a:lvl1pPr algn="l">
              <a:buNone/>
              <a:defRPr sz="1300">
                <a:solidFill>
                  <a:srgbClr val="576975"/>
                </a:solidFill>
                <a:latin typeface="Tahoma"/>
                <a:ea typeface="Tahoma"/>
                <a:cs typeface="Tahoma"/>
              </a:defRPr>
            </a:lvl1pPr>
            <a:lvl2pPr algn="l">
              <a:buNone/>
              <a:defRPr sz="1300">
                <a:solidFill>
                  <a:srgbClr val="576975"/>
                </a:solidFill>
                <a:latin typeface="Tahoma"/>
                <a:ea typeface="Tahoma"/>
                <a:cs typeface="Tahoma"/>
              </a:defRPr>
            </a:lvl2pPr>
            <a:lvl3pPr algn="l">
              <a:buNone/>
              <a:defRPr sz="1300">
                <a:solidFill>
                  <a:srgbClr val="576975"/>
                </a:solidFill>
                <a:latin typeface="Tahoma"/>
                <a:ea typeface="Tahoma"/>
                <a:cs typeface="Tahoma"/>
              </a:defRPr>
            </a:lvl3pPr>
            <a:lvl4pPr algn="l">
              <a:buNone/>
              <a:defRPr sz="1300">
                <a:solidFill>
                  <a:srgbClr val="576975"/>
                </a:solidFill>
                <a:latin typeface="Tahoma"/>
                <a:ea typeface="Tahoma"/>
                <a:cs typeface="Tahoma"/>
              </a:defRPr>
            </a:lvl4pPr>
            <a:lvl5pPr algn="l">
              <a:buNone/>
              <a:defRPr sz="1300">
                <a:solidFill>
                  <a:srgbClr val="576975"/>
                </a:solidFill>
                <a:latin typeface="Tahoma"/>
                <a:ea typeface="Tahoma"/>
                <a:cs typeface="Tahoma"/>
              </a:defRPr>
            </a:lvl5pPr>
            <a:lvl6pPr algn="l">
              <a:buNone/>
              <a:defRPr sz="1300">
                <a:solidFill>
                  <a:srgbClr val="576975"/>
                </a:solidFill>
                <a:latin typeface="Tahoma"/>
                <a:ea typeface="Tahoma"/>
                <a:cs typeface="Tahoma"/>
              </a:defRPr>
            </a:lvl6pPr>
            <a:lvl7pPr algn="l">
              <a:buNone/>
              <a:defRPr sz="1300">
                <a:solidFill>
                  <a:srgbClr val="576975"/>
                </a:solidFill>
                <a:latin typeface="Tahoma"/>
                <a:ea typeface="Tahoma"/>
                <a:cs typeface="Tahoma"/>
              </a:defRPr>
            </a:lvl7pPr>
            <a:lvl8pPr algn="l">
              <a:buNone/>
              <a:defRPr sz="1300">
                <a:solidFill>
                  <a:srgbClr val="576975"/>
                </a:solidFill>
                <a:latin typeface="Tahoma"/>
                <a:ea typeface="Tahoma"/>
                <a:cs typeface="Tahoma"/>
              </a:defRPr>
            </a:lvl8pPr>
            <a:lvl9pPr algn="l">
              <a:buNone/>
              <a:defRPr sz="1300">
                <a:solidFill>
                  <a:srgbClr val="576975"/>
                </a:solidFill>
                <a:latin typeface="Tahoma"/>
                <a:ea typeface="Tahoma"/>
                <a:cs typeface="Tahoma"/>
              </a:defRPr>
            </a:lvl9pPr>
          </a:lstStyle>
          <a:p xmlns:a="http://schemas.openxmlformats.org/drawingml/2006/main">
            <a:pPr algn="l">
              <a:spcAft>
                <a:spcPts val="400"/>
              </a:spcAft>
              <a:buNone/>
              <a:defRPr sz="1300" b="0">
                <a:solidFill>
                  <a:srgbClr val="576975"/>
                </a:solidFill>
                <a:latin typeface="Tahoma"/>
                <a:ea typeface="Tahoma"/>
                <a:cs typeface="Tahoma"/>
              </a:defRPr>
            </a:pPr>
            <a:r>
              <a:rPr sz="1300">
                <a:solidFill>
                  <a:srgbClr val="576975"/>
                </a:solidFill>
                <a:latin typeface="Tahoma"/>
                <a:ea typeface="Tahoma"/>
                <a:cs typeface="Tahoma"/>
              </a:rPr>
              <a:t>ต้นแบบมีขั้นตรวจยืนยันแล้ว การวิเคราะห์อัตราการใช้ยังต้องมีข้อมูลคงเหลือ</a:t>
            </a:r>
          </a:p>
        </p:txBody>
      </p:sp>
    </p:spTree>
    <p:extLst>
      <p:ext uri="{BB962C8B-B14F-4D97-AF65-F5344CB8AC3E}">
        <p14:creationId xmlns:p14="http://schemas.microsoft.com/office/powerpoint/2010/main" val="13953321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3B8460B-F3B0-46BF-8D84-016B8CFD6A7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 59 ใบถูกใช้ทำอะไรบ้าง?</a:t>
            </a:r>
          </a:p>
        </p:txBody>
      </p:sp>
      <p:sp>
        <p:nvSpPr>
          <p:cNvPr id="3" name="TextBox 2">
            <a:extLst xmlns:a="http://schemas.openxmlformats.org/drawingml/2006/main">
              <a:ext uri="{FF2B5EF4-FFF2-40B4-BE49-F238E27FC236}">
                <a16:creationId xmlns:a16="http://schemas.microsoft.com/office/drawing/2014/main" id="{27DCF5A2-ADCA-4319-8D40-DAD0475133B2}"/>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ตรวจข้อมูลภาพครบชุด แล้วแยกภาพตามความเหมาะสมของการทดลอง YOLO</a:t>
            </a:r>
          </a:p>
        </p:txBody>
      </p:sp>
      <p:sp>
        <p:nvSpPr>
          <p:cNvPr id="4" name="Connector 3">
            <a:extLst xmlns:a="http://schemas.openxmlformats.org/drawingml/2006/main">
              <a:ext uri="{FF2B5EF4-FFF2-40B4-BE49-F238E27FC236}">
                <a16:creationId xmlns:a16="http://schemas.microsoft.com/office/drawing/2014/main" id="{B11A7CB5-A269-44AE-8C07-03F7E4675A99}"/>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36F0AE13-ABE5-4DB9-88A7-70EC4BA76F5E}"/>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3DF60D49-924D-451D-BE80-3274840EEBC4}"/>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11</a:t>
            </a:r>
          </a:p>
        </p:txBody>
      </p:sp>
      <p:sp>
        <p:nvSpPr>
          <p:cNvPr id="7" name="TextBox 6">
            <a:extLst xmlns:a="http://schemas.openxmlformats.org/drawingml/2006/main">
              <a:ext uri="{FF2B5EF4-FFF2-40B4-BE49-F238E27FC236}">
                <a16:creationId xmlns:a16="http://schemas.microsoft.com/office/drawing/2014/main" id="{A970F127-FD63-4508-84AE-0CB3BBFB5A0F}"/>
              </a:ext>
            </a:extLst>
          </p:cNvPr>
          <p:cNvSpPr>
            <a:spLocks xmlns:a="http://schemas.openxmlformats.org/drawingml/2006/main" noGrp="1"/>
          </p:cNvSpPr>
          <p:nvPr/>
        </p:nvSpPr>
        <p:spPr>
          <a:xfrm xmlns:a="http://schemas.openxmlformats.org/drawingml/2006/main">
            <a:off x="795528"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006289"/>
                </a:solidFill>
                <a:latin typeface="Tahoma"/>
                <a:ea typeface="Tahoma"/>
                <a:cs typeface="Tahoma"/>
              </a:defRPr>
            </a:pPr>
            <a:r>
              <a:rPr>
                <a:latin typeface="Tahoma"/>
                <a:ea typeface="Tahoma"/>
                <a:cs typeface="Tahoma"/>
              </a:rPr>
              <a:t>124</a:t>
            </a:r>
          </a:p>
        </p:txBody>
      </p:sp>
      <p:sp>
        <p:nvSpPr>
          <p:cNvPr id="8" name="TextBox 7">
            <a:extLst xmlns:a="http://schemas.openxmlformats.org/drawingml/2006/main">
              <a:ext uri="{FF2B5EF4-FFF2-40B4-BE49-F238E27FC236}">
                <a16:creationId xmlns:a16="http://schemas.microsoft.com/office/drawing/2014/main" id="{F34E3359-C588-4E2C-8124-6CB46FC2C110}"/>
              </a:ext>
            </a:extLst>
          </p:cNvPr>
          <p:cNvSpPr>
            <a:spLocks xmlns:a="http://schemas.openxmlformats.org/drawingml/2006/main" noGrp="1"/>
          </p:cNvSpPr>
          <p:nvPr/>
        </p:nvSpPr>
        <p:spPr>
          <a:xfrm xmlns:a="http://schemas.openxmlformats.org/drawingml/2006/main">
            <a:off x="795528"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ไฟล์ที่รับ</a:t>
            </a:r>
          </a:p>
        </p:txBody>
      </p:sp>
      <p:sp>
        <p:nvSpPr>
          <p:cNvPr id="9" name="TextBox 8">
            <a:extLst xmlns:a="http://schemas.openxmlformats.org/drawingml/2006/main">
              <a:ext uri="{FF2B5EF4-FFF2-40B4-BE49-F238E27FC236}">
                <a16:creationId xmlns:a16="http://schemas.microsoft.com/office/drawing/2014/main" id="{F57A4BAE-071E-42E0-AB26-E8147EC47F08}"/>
              </a:ext>
            </a:extLst>
          </p:cNvPr>
          <p:cNvSpPr>
            <a:spLocks xmlns:a="http://schemas.openxmlformats.org/drawingml/2006/main" noGrp="1"/>
          </p:cNvSpPr>
          <p:nvPr/>
        </p:nvSpPr>
        <p:spPr>
          <a:xfrm xmlns:a="http://schemas.openxmlformats.org/drawingml/2006/main">
            <a:off x="4526280"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006289"/>
                </a:solidFill>
                <a:latin typeface="Tahoma"/>
                <a:ea typeface="Tahoma"/>
                <a:cs typeface="Tahoma"/>
              </a:defRPr>
            </a:pPr>
            <a:r>
              <a:rPr>
                <a:latin typeface="Tahoma"/>
                <a:ea typeface="Tahoma"/>
                <a:cs typeface="Tahoma"/>
              </a:rPr>
              <a:t>113</a:t>
            </a:r>
          </a:p>
        </p:txBody>
      </p:sp>
      <p:sp>
        <p:nvSpPr>
          <p:cNvPr id="10" name="TextBox 9">
            <a:extLst xmlns:a="http://schemas.openxmlformats.org/drawingml/2006/main">
              <a:ext uri="{FF2B5EF4-FFF2-40B4-BE49-F238E27FC236}">
                <a16:creationId xmlns:a16="http://schemas.microsoft.com/office/drawing/2014/main" id="{BAD65E81-70B2-4E95-9725-B06E9D4526F2}"/>
              </a:ext>
            </a:extLst>
          </p:cNvPr>
          <p:cNvSpPr>
            <a:spLocks xmlns:a="http://schemas.openxmlformats.org/drawingml/2006/main" noGrp="1"/>
          </p:cNvSpPr>
          <p:nvPr/>
        </p:nvSpPr>
        <p:spPr>
          <a:xfrm xmlns:a="http://schemas.openxmlformats.org/drawingml/2006/main">
            <a:off x="4526280"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ภาพ SHA-256 ไม่ซ้ำ</a:t>
            </a:r>
          </a:p>
        </p:txBody>
      </p:sp>
      <p:sp>
        <p:nvSpPr>
          <p:cNvPr id="11" name="TextBox 10">
            <a:extLst xmlns:a="http://schemas.openxmlformats.org/drawingml/2006/main">
              <a:ext uri="{FF2B5EF4-FFF2-40B4-BE49-F238E27FC236}">
                <a16:creationId xmlns:a16="http://schemas.microsoft.com/office/drawing/2014/main" id="{512BCEA2-79EF-4FC8-9084-2A64D4CD3F59}"/>
              </a:ext>
            </a:extLst>
          </p:cNvPr>
          <p:cNvSpPr>
            <a:spLocks xmlns:a="http://schemas.openxmlformats.org/drawingml/2006/main" noGrp="1"/>
          </p:cNvSpPr>
          <p:nvPr/>
        </p:nvSpPr>
        <p:spPr>
          <a:xfrm xmlns:a="http://schemas.openxmlformats.org/drawingml/2006/main">
            <a:off x="8257031"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137E9A"/>
                </a:solidFill>
                <a:latin typeface="Tahoma"/>
                <a:ea typeface="Tahoma"/>
                <a:cs typeface="Tahoma"/>
              </a:defRPr>
            </a:pPr>
            <a:r>
              <a:rPr>
                <a:latin typeface="Tahoma"/>
                <a:ea typeface="Tahoma"/>
                <a:cs typeface="Tahoma"/>
              </a:rPr>
              <a:t>59</a:t>
            </a:r>
          </a:p>
        </p:txBody>
      </p:sp>
      <p:sp>
        <p:nvSpPr>
          <p:cNvPr id="12" name="TextBox 11">
            <a:extLst xmlns:a="http://schemas.openxmlformats.org/drawingml/2006/main">
              <a:ext uri="{FF2B5EF4-FFF2-40B4-BE49-F238E27FC236}">
                <a16:creationId xmlns:a16="http://schemas.microsoft.com/office/drawing/2014/main" id="{E3BBE7BE-8AD5-435B-94B7-D94C5FD6A009}"/>
              </a:ext>
            </a:extLst>
          </p:cNvPr>
          <p:cNvSpPr>
            <a:spLocks xmlns:a="http://schemas.openxmlformats.org/drawingml/2006/main" noGrp="1"/>
          </p:cNvSpPr>
          <p:nvPr/>
        </p:nvSpPr>
        <p:spPr>
          <a:xfrm xmlns:a="http://schemas.openxmlformats.org/drawingml/2006/main">
            <a:off x="8257031"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ภาพผู้สมัครใบซื้อสินค้า</a:t>
            </a:r>
          </a:p>
        </p:txBody>
      </p:sp>
      <p:sp>
        <p:nvSpPr>
          <p:cNvPr id="13" name="Connector 12">
            <a:extLst xmlns:a="http://schemas.openxmlformats.org/drawingml/2006/main">
              <a:ext uri="{FF2B5EF4-FFF2-40B4-BE49-F238E27FC236}">
                <a16:creationId xmlns:a16="http://schemas.microsoft.com/office/drawing/2014/main" id="{2AC9C08A-6C32-4F3D-A63A-03220BCBDD85}"/>
              </a:ext>
            </a:extLst>
          </p:cNvPr>
          <p:cNvSpPr>
            <a:spLocks xmlns:a="http://schemas.openxmlformats.org/drawingml/2006/main" noGrp="1"/>
          </p:cNvSpPr>
          <p:nvPr/>
        </p:nvSpPr>
        <p:spPr>
          <a:xfrm xmlns:a="http://schemas.openxmlformats.org/drawingml/2006/main">
            <a:off x="1005840" y="3410712"/>
            <a:ext cx="10213848" cy="0"/>
          </a:xfrm>
          <a:prstGeom xmlns:a="http://schemas.openxmlformats.org/drawingml/2006/main" prst="line">
            <a:avLst/>
          </a:prstGeom>
          <a:ln xmlns:a="http://schemas.openxmlformats.org/drawingml/2006/main" w="19050">
            <a:solidFill>
              <a:srgbClr val="D2DDE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6197B42D-D9C0-43FF-BC87-8014D7553F3E}"/>
              </a:ext>
            </a:extLst>
          </p:cNvPr>
          <p:cNvSpPr>
            <a:spLocks xmlns:a="http://schemas.openxmlformats.org/drawingml/2006/main" noGrp="1"/>
          </p:cNvSpPr>
          <p:nvPr/>
        </p:nvSpPr>
        <p:spPr>
          <a:xfrm xmlns:a="http://schemas.openxmlformats.org/drawingml/2006/main">
            <a:off x="777240"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5891801-7F3C-42BE-9989-AD6299FB26E5}"/>
              </a:ext>
            </a:extLst>
          </p:cNvPr>
          <p:cNvSpPr>
            <a:spLocks xmlns:a="http://schemas.openxmlformats.org/drawingml/2006/main" noGrp="1"/>
          </p:cNvSpPr>
          <p:nvPr/>
        </p:nvSpPr>
        <p:spPr>
          <a:xfrm xmlns:a="http://schemas.openxmlformats.org/drawingml/2006/main">
            <a:off x="932688"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006289"/>
                </a:solidFill>
                <a:latin typeface="Tahoma"/>
                <a:ea typeface="Tahoma"/>
                <a:cs typeface="Tahoma"/>
              </a:defRPr>
            </a:pPr>
            <a:r>
              <a:rPr>
                <a:latin typeface="Tahoma"/>
                <a:ea typeface="Tahoma"/>
                <a:cs typeface="Tahoma"/>
              </a:rPr>
              <a:t>48</a:t>
            </a:r>
          </a:p>
        </p:txBody>
      </p:sp>
      <p:sp>
        <p:nvSpPr>
          <p:cNvPr id="16" name="TextBox 15">
            <a:extLst xmlns:a="http://schemas.openxmlformats.org/drawingml/2006/main">
              <a:ext uri="{FF2B5EF4-FFF2-40B4-BE49-F238E27FC236}">
                <a16:creationId xmlns:a16="http://schemas.microsoft.com/office/drawing/2014/main" id="{65B8F872-09F8-4A61-B5F0-FB19691D2AA3}"/>
              </a:ext>
            </a:extLst>
          </p:cNvPr>
          <p:cNvSpPr>
            <a:spLocks xmlns:a="http://schemas.openxmlformats.org/drawingml/2006/main" noGrp="1"/>
          </p:cNvSpPr>
          <p:nvPr/>
        </p:nvSpPr>
        <p:spPr>
          <a:xfrm xmlns:a="http://schemas.openxmlformats.org/drawingml/2006/main">
            <a:off x="1737360" y="3785615"/>
            <a:ext cx="2340863"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ภาพชุดแรก</a:t>
            </a:r>
          </a:p>
        </p:txBody>
      </p:sp>
      <p:sp>
        <p:nvSpPr>
          <p:cNvPr id="17" name="TextBox 16">
            <a:extLst xmlns:a="http://schemas.openxmlformats.org/drawingml/2006/main">
              <a:ext uri="{FF2B5EF4-FFF2-40B4-BE49-F238E27FC236}">
                <a16:creationId xmlns:a16="http://schemas.microsoft.com/office/drawing/2014/main" id="{B9D3BDA1-A98F-4212-8F01-7692A76F9601}"/>
              </a:ext>
            </a:extLst>
          </p:cNvPr>
          <p:cNvSpPr>
            <a:spLocks xmlns:a="http://schemas.openxmlformats.org/drawingml/2006/main" noGrp="1"/>
          </p:cNvSpPr>
          <p:nvPr/>
        </p:nvSpPr>
        <p:spPr>
          <a:xfrm xmlns:a="http://schemas.openxmlformats.org/drawingml/2006/main">
            <a:off x="1737360"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38 ฝึก + 10 ตรวจ</a:t>
            </a:r>
          </a:p>
        </p:txBody>
      </p:sp>
      <p:sp>
        <p:nvSpPr>
          <p:cNvPr id="18" name="Rounded Rectangle 17">
            <a:extLst xmlns:a="http://schemas.openxmlformats.org/drawingml/2006/main">
              <a:ext uri="{FF2B5EF4-FFF2-40B4-BE49-F238E27FC236}">
                <a16:creationId xmlns:a16="http://schemas.microsoft.com/office/drawing/2014/main" id="{D6DBB740-4D4E-462B-8F23-E5695755D6F0}"/>
              </a:ext>
            </a:extLst>
          </p:cNvPr>
          <p:cNvSpPr>
            <a:spLocks xmlns:a="http://schemas.openxmlformats.org/drawingml/2006/main" noGrp="1"/>
          </p:cNvSpPr>
          <p:nvPr/>
        </p:nvSpPr>
        <p:spPr>
          <a:xfrm xmlns:a="http://schemas.openxmlformats.org/drawingml/2006/main">
            <a:off x="4370832"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868FF85-2C0A-4C84-BCF8-26AE91AAD3ED}"/>
              </a:ext>
            </a:extLst>
          </p:cNvPr>
          <p:cNvSpPr>
            <a:spLocks xmlns:a="http://schemas.openxmlformats.org/drawingml/2006/main" noGrp="1"/>
          </p:cNvSpPr>
          <p:nvPr/>
        </p:nvSpPr>
        <p:spPr>
          <a:xfrm xmlns:a="http://schemas.openxmlformats.org/drawingml/2006/main">
            <a:off x="4526280"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006289"/>
                </a:solidFill>
                <a:latin typeface="Tahoma"/>
                <a:ea typeface="Tahoma"/>
                <a:cs typeface="Tahoma"/>
              </a:defRPr>
            </a:pPr>
            <a:r>
              <a:rPr>
                <a:latin typeface="Tahoma"/>
                <a:ea typeface="Tahoma"/>
                <a:cs typeface="Tahoma"/>
              </a:rPr>
              <a:t>6</a:t>
            </a:r>
          </a:p>
        </p:txBody>
      </p:sp>
      <p:sp>
        <p:nvSpPr>
          <p:cNvPr id="20" name="TextBox 19">
            <a:extLst xmlns:a="http://schemas.openxmlformats.org/drawingml/2006/main">
              <a:ext uri="{FF2B5EF4-FFF2-40B4-BE49-F238E27FC236}">
                <a16:creationId xmlns:a16="http://schemas.microsoft.com/office/drawing/2014/main" id="{F85512A1-957A-4E30-821D-6E6DF129FC58}"/>
              </a:ext>
            </a:extLst>
          </p:cNvPr>
          <p:cNvSpPr>
            <a:spLocks xmlns:a="http://schemas.openxmlformats.org/drawingml/2006/main" noGrp="1"/>
          </p:cNvSpPr>
          <p:nvPr/>
        </p:nvSpPr>
        <p:spPr>
          <a:xfrm xmlns:a="http://schemas.openxmlformats.org/drawingml/2006/main">
            <a:off x="5330952" y="3785615"/>
            <a:ext cx="2340863" cy="28575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75" b="1">
                <a:solidFill>
                  <a:srgbClr val="1D2A5D"/>
                </a:solidFill>
                <a:latin typeface="Tahoma"/>
                <a:ea typeface="Tahoma"/>
                <a:cs typeface="Tahoma"/>
              </a:defRPr>
            </a:defPPr>
            <a:lvl1pPr algn="l">
              <a:buNone/>
              <a:defRPr sz="1875" b="1">
                <a:solidFill>
                  <a:srgbClr val="1D2A5D"/>
                </a:solidFill>
                <a:latin typeface="Tahoma"/>
                <a:ea typeface="Tahoma"/>
                <a:cs typeface="Tahoma"/>
              </a:defRPr>
            </a:lvl1pPr>
            <a:lvl2pPr algn="l">
              <a:buNone/>
              <a:defRPr sz="1875" b="1">
                <a:solidFill>
                  <a:srgbClr val="1D2A5D"/>
                </a:solidFill>
                <a:latin typeface="Tahoma"/>
                <a:ea typeface="Tahoma"/>
                <a:cs typeface="Tahoma"/>
              </a:defRPr>
            </a:lvl2pPr>
            <a:lvl3pPr algn="l">
              <a:buNone/>
              <a:defRPr sz="1875" b="1">
                <a:solidFill>
                  <a:srgbClr val="1D2A5D"/>
                </a:solidFill>
                <a:latin typeface="Tahoma"/>
                <a:ea typeface="Tahoma"/>
                <a:cs typeface="Tahoma"/>
              </a:defRPr>
            </a:lvl3pPr>
            <a:lvl4pPr algn="l">
              <a:buNone/>
              <a:defRPr sz="1875" b="1">
                <a:solidFill>
                  <a:srgbClr val="1D2A5D"/>
                </a:solidFill>
                <a:latin typeface="Tahoma"/>
                <a:ea typeface="Tahoma"/>
                <a:cs typeface="Tahoma"/>
              </a:defRPr>
            </a:lvl4pPr>
            <a:lvl5pPr algn="l">
              <a:buNone/>
              <a:defRPr sz="1875" b="1">
                <a:solidFill>
                  <a:srgbClr val="1D2A5D"/>
                </a:solidFill>
                <a:latin typeface="Tahoma"/>
                <a:ea typeface="Tahoma"/>
                <a:cs typeface="Tahoma"/>
              </a:defRPr>
            </a:lvl5pPr>
            <a:lvl6pPr algn="l">
              <a:buNone/>
              <a:defRPr sz="1875" b="1">
                <a:solidFill>
                  <a:srgbClr val="1D2A5D"/>
                </a:solidFill>
                <a:latin typeface="Tahoma"/>
                <a:ea typeface="Tahoma"/>
                <a:cs typeface="Tahoma"/>
              </a:defRPr>
            </a:lvl6pPr>
            <a:lvl7pPr algn="l">
              <a:buNone/>
              <a:defRPr sz="1875" b="1">
                <a:solidFill>
                  <a:srgbClr val="1D2A5D"/>
                </a:solidFill>
                <a:latin typeface="Tahoma"/>
                <a:ea typeface="Tahoma"/>
                <a:cs typeface="Tahoma"/>
              </a:defRPr>
            </a:lvl7pPr>
            <a:lvl8pPr algn="l">
              <a:buNone/>
              <a:defRPr sz="1875" b="1">
                <a:solidFill>
                  <a:srgbClr val="1D2A5D"/>
                </a:solidFill>
                <a:latin typeface="Tahoma"/>
                <a:ea typeface="Tahoma"/>
                <a:cs typeface="Tahoma"/>
              </a:defRPr>
            </a:lvl8pPr>
            <a:lvl9pPr algn="l">
              <a:buNone/>
              <a:defRPr sz="1875" b="1">
                <a:solidFill>
                  <a:srgbClr val="1D2A5D"/>
                </a:solidFill>
                <a:latin typeface="Tahoma"/>
                <a:ea typeface="Tahoma"/>
                <a:cs typeface="Tahoma"/>
              </a:defRPr>
            </a:lvl9pPr>
          </a:lstStyle>
          <a:p xmlns:a="http://schemas.openxmlformats.org/drawingml/2006/main">
            <a:pPr algn="l">
              <a:spcAft>
                <a:spcPts val="400"/>
              </a:spcAft>
              <a:buNone/>
              <a:defRPr sz="1875" b="1">
                <a:solidFill>
                  <a:srgbClr val="1D2A5D"/>
                </a:solidFill>
                <a:latin typeface="Tahoma"/>
                <a:ea typeface="Tahoma"/>
                <a:cs typeface="Tahoma"/>
              </a:defRPr>
            </a:pPr>
            <a:r>
              <a:rPr sz="1875" b="1">
                <a:solidFill>
                  <a:srgbClr val="1D2A5D"/>
                </a:solidFill>
                <a:latin typeface="Tahoma"/>
                <a:ea typeface="Tahoma"/>
                <a:cs typeface="Tahoma"/>
              </a:rPr>
              <a:t>ภาพส่งเพิ่มเดิม</a:t>
            </a:r>
          </a:p>
        </p:txBody>
      </p:sp>
      <p:sp>
        <p:nvSpPr>
          <p:cNvPr id="21" name="TextBox 20">
            <a:extLst xmlns:a="http://schemas.openxmlformats.org/drawingml/2006/main">
              <a:ext uri="{FF2B5EF4-FFF2-40B4-BE49-F238E27FC236}">
                <a16:creationId xmlns:a16="http://schemas.microsoft.com/office/drawing/2014/main" id="{B8B4C9A1-C8A6-4355-BE69-6F34E4BE0934}"/>
              </a:ext>
            </a:extLst>
          </p:cNvPr>
          <p:cNvSpPr>
            <a:spLocks xmlns:a="http://schemas.openxmlformats.org/drawingml/2006/main" noGrp="1"/>
          </p:cNvSpPr>
          <p:nvPr/>
        </p:nvSpPr>
        <p:spPr>
          <a:xfrm xmlns:a="http://schemas.openxmlformats.org/drawingml/2006/main">
            <a:off x="5330952"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ทดสอบโมเดลเดิม</a:t>
            </a:r>
          </a:p>
        </p:txBody>
      </p:sp>
      <p:sp>
        <p:nvSpPr>
          <p:cNvPr id="22" name="Rounded Rectangle 21">
            <a:extLst xmlns:a="http://schemas.openxmlformats.org/drawingml/2006/main">
              <a:ext uri="{FF2B5EF4-FFF2-40B4-BE49-F238E27FC236}">
                <a16:creationId xmlns:a16="http://schemas.microsoft.com/office/drawing/2014/main" id="{EF16C442-97B0-40C1-A0E7-A9F6D2E349B9}"/>
              </a:ext>
            </a:extLst>
          </p:cNvPr>
          <p:cNvSpPr>
            <a:spLocks xmlns:a="http://schemas.openxmlformats.org/drawingml/2006/main" noGrp="1"/>
          </p:cNvSpPr>
          <p:nvPr/>
        </p:nvSpPr>
        <p:spPr>
          <a:xfrm xmlns:a="http://schemas.openxmlformats.org/drawingml/2006/main">
            <a:off x="7964424"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B40A0C-C398-4595-AD14-BFD86DFF4A4D}"/>
              </a:ext>
            </a:extLst>
          </p:cNvPr>
          <p:cNvSpPr>
            <a:spLocks xmlns:a="http://schemas.openxmlformats.org/drawingml/2006/main" noGrp="1"/>
          </p:cNvSpPr>
          <p:nvPr/>
        </p:nvSpPr>
        <p:spPr>
          <a:xfrm xmlns:a="http://schemas.openxmlformats.org/drawingml/2006/main">
            <a:off x="8119872"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C05C2B"/>
                </a:solidFill>
                <a:latin typeface="Tahoma"/>
                <a:ea typeface="Tahoma"/>
                <a:cs typeface="Tahoma"/>
              </a:defRPr>
            </a:pPr>
            <a:r>
              <a:rPr>
                <a:latin typeface="Tahoma"/>
                <a:ea typeface="Tahoma"/>
                <a:cs typeface="Tahoma"/>
              </a:rPr>
              <a:t>5</a:t>
            </a:r>
          </a:p>
        </p:txBody>
      </p:sp>
      <p:sp>
        <p:nvSpPr>
          <p:cNvPr id="24" name="TextBox 23">
            <a:extLst xmlns:a="http://schemas.openxmlformats.org/drawingml/2006/main">
              <a:ext uri="{FF2B5EF4-FFF2-40B4-BE49-F238E27FC236}">
                <a16:creationId xmlns:a16="http://schemas.microsoft.com/office/drawing/2014/main" id="{D36067A7-D285-43A6-8DEC-8608A576345A}"/>
              </a:ext>
            </a:extLst>
          </p:cNvPr>
          <p:cNvSpPr>
            <a:spLocks xmlns:a="http://schemas.openxmlformats.org/drawingml/2006/main" noGrp="1"/>
          </p:cNvSpPr>
          <p:nvPr/>
        </p:nvSpPr>
        <p:spPr>
          <a:xfrm xmlns:a="http://schemas.openxmlformats.org/drawingml/2006/main">
            <a:off x="8924544" y="3785615"/>
            <a:ext cx="2340863"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ภาพกันออก</a:t>
            </a:r>
          </a:p>
        </p:txBody>
      </p:sp>
      <p:sp>
        <p:nvSpPr>
          <p:cNvPr id="25" name="TextBox 24">
            <a:extLst xmlns:a="http://schemas.openxmlformats.org/drawingml/2006/main">
              <a:ext uri="{FF2B5EF4-FFF2-40B4-BE49-F238E27FC236}">
                <a16:creationId xmlns:a16="http://schemas.microsoft.com/office/drawing/2014/main" id="{72A2A11B-C873-4522-872D-BE408C19AFC6}"/>
              </a:ext>
            </a:extLst>
          </p:cNvPr>
          <p:cNvSpPr>
            <a:spLocks xmlns:a="http://schemas.openxmlformats.org/drawingml/2006/main" noGrp="1"/>
          </p:cNvSpPr>
          <p:nvPr/>
        </p:nvSpPr>
        <p:spPr>
          <a:xfrm xmlns:a="http://schemas.openxmlformats.org/drawingml/2006/main">
            <a:off x="8924544"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หลายเอกสาร/เสี่ยงใกล้ซ้ำ</a:t>
            </a:r>
          </a:p>
        </p:txBody>
      </p:sp>
      <p:sp>
        <p:nvSpPr>
          <p:cNvPr id="26" name="TextBox 25">
            <a:extLst xmlns:a="http://schemas.openxmlformats.org/drawingml/2006/main">
              <a:ext uri="{FF2B5EF4-FFF2-40B4-BE49-F238E27FC236}">
                <a16:creationId xmlns:a16="http://schemas.microsoft.com/office/drawing/2014/main" id="{A6A6C732-D48A-4588-B1F4-76B4810972BF}"/>
              </a:ext>
            </a:extLst>
          </p:cNvPr>
          <p:cNvSpPr>
            <a:spLocks xmlns:a="http://schemas.openxmlformats.org/drawingml/2006/main" noGrp="1"/>
          </p:cNvSpPr>
          <p:nvPr/>
        </p:nvSpPr>
        <p:spPr>
          <a:xfrm xmlns:a="http://schemas.openxmlformats.org/drawingml/2006/main">
            <a:off x="795528" y="5413248"/>
            <a:ext cx="10698480" cy="259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1D2A5D"/>
                </a:solidFill>
                <a:latin typeface="Tahoma"/>
                <a:ea typeface="Tahoma"/>
                <a:cs typeface="Tahoma"/>
              </a:defRPr>
            </a:pPr>
            <a:r>
              <a:rPr>
                <a:latin typeface="Tahoma"/>
                <a:ea typeface="Tahoma"/>
                <a:cs typeface="Tahoma"/>
              </a:rPr>
              <a:t>ตรวจข้อมูล/ทิศภาพครบ 59 ใบ; ผล YOLO สไลด์ 14 ใช้ภาพตรวจ 10 + 6 ใบ ไม่ใช่ทั้ง 59 ใบ</a:t>
            </a:r>
          </a:p>
        </p:txBody>
      </p:sp>
      <p:sp>
        <p:nvSpPr>
          <p:cNvPr id="27" name="TextBox 26">
            <a:extLst xmlns:a="http://schemas.openxmlformats.org/drawingml/2006/main">
              <a:ext uri="{FF2B5EF4-FFF2-40B4-BE49-F238E27FC236}">
                <a16:creationId xmlns:a16="http://schemas.microsoft.com/office/drawing/2014/main" id="{0E3861E9-2D75-4B34-B36F-D1CF1E0A01CA}"/>
              </a:ext>
            </a:extLst>
          </p:cNvPr>
          <p:cNvSpPr>
            <a:spLocks xmlns:a="http://schemas.openxmlformats.org/drawingml/2006/main" noGrp="1"/>
          </p:cNvSpPr>
          <p:nvPr/>
        </p:nvSpPr>
        <p:spPr>
          <a:xfrm xmlns:a="http://schemas.openxmlformats.org/drawingml/2006/main">
            <a:off x="804672" y="5925312"/>
            <a:ext cx="1024128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59 ภาพยังไม่เท่ากับ 59 ธุรกรรมอิสระ</a:t>
            </a:r>
          </a:p>
        </p:txBody>
      </p:sp>
    </p:spTree>
    <p:extLst>
      <p:ext uri="{BB962C8B-B14F-4D97-AF65-F5344CB8AC3E}">
        <p14:creationId xmlns:p14="http://schemas.microsoft.com/office/powerpoint/2010/main" val="13690951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F015C15-032A-4479-A2FD-97F82910BB68}"/>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ตรวจภาพใบซื้อสินค้า 59 ภาพครบชุด</a:t>
            </a:r>
          </a:p>
        </p:txBody>
      </p:sp>
      <p:sp>
        <p:nvSpPr>
          <p:cNvPr id="3" name="TextBox 2">
            <a:extLst xmlns:a="http://schemas.openxmlformats.org/drawingml/2006/main">
              <a:ext uri="{FF2B5EF4-FFF2-40B4-BE49-F238E27FC236}">
                <a16:creationId xmlns:a16="http://schemas.microsoft.com/office/drawing/2014/main" id="{0CA58E39-EA0F-47D9-8DD2-85C834AF13D7}"/>
              </a:ext>
            </a:extLst>
          </p:cNvPr>
          <p:cNvSpPr>
            <a:spLocks xmlns:a="http://schemas.openxmlformats.org/drawingml/2006/main" noGrp="1"/>
          </p:cNvSpPr>
          <p:nvPr/>
        </p:nvSpPr>
        <p:spPr>
          <a:xfrm xmlns:a="http://schemas.openxmlformats.org/drawingml/2006/main">
            <a:off x="640080" y="1024128"/>
            <a:ext cx="1088136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500">
                <a:solidFill>
                  <a:srgbClr val="576975"/>
                </a:solidFill>
                <a:latin typeface="Tahoma"/>
                <a:ea typeface="Tahoma"/>
                <a:cs typeface="Tahoma"/>
              </a:defRPr>
            </a:defPPr>
            <a:lvl1pPr algn="l">
              <a:buNone/>
              <a:defRPr sz="1500">
                <a:solidFill>
                  <a:srgbClr val="576975"/>
                </a:solidFill>
                <a:latin typeface="Tahoma"/>
                <a:ea typeface="Tahoma"/>
                <a:cs typeface="Tahoma"/>
              </a:defRPr>
            </a:lvl1pPr>
            <a:lvl2pPr algn="l">
              <a:buNone/>
              <a:defRPr sz="1500">
                <a:solidFill>
                  <a:srgbClr val="576975"/>
                </a:solidFill>
                <a:latin typeface="Tahoma"/>
                <a:ea typeface="Tahoma"/>
                <a:cs typeface="Tahoma"/>
              </a:defRPr>
            </a:lvl2pPr>
            <a:lvl3pPr algn="l">
              <a:buNone/>
              <a:defRPr sz="1500">
                <a:solidFill>
                  <a:srgbClr val="576975"/>
                </a:solidFill>
                <a:latin typeface="Tahoma"/>
                <a:ea typeface="Tahoma"/>
                <a:cs typeface="Tahoma"/>
              </a:defRPr>
            </a:lvl3pPr>
            <a:lvl4pPr algn="l">
              <a:buNone/>
              <a:defRPr sz="1500">
                <a:solidFill>
                  <a:srgbClr val="576975"/>
                </a:solidFill>
                <a:latin typeface="Tahoma"/>
                <a:ea typeface="Tahoma"/>
                <a:cs typeface="Tahoma"/>
              </a:defRPr>
            </a:lvl4pPr>
            <a:lvl5pPr algn="l">
              <a:buNone/>
              <a:defRPr sz="1500">
                <a:solidFill>
                  <a:srgbClr val="576975"/>
                </a:solidFill>
                <a:latin typeface="Tahoma"/>
                <a:ea typeface="Tahoma"/>
                <a:cs typeface="Tahoma"/>
              </a:defRPr>
            </a:lvl5pPr>
            <a:lvl6pPr algn="l">
              <a:buNone/>
              <a:defRPr sz="1500">
                <a:solidFill>
                  <a:srgbClr val="576975"/>
                </a:solidFill>
                <a:latin typeface="Tahoma"/>
                <a:ea typeface="Tahoma"/>
                <a:cs typeface="Tahoma"/>
              </a:defRPr>
            </a:lvl6pPr>
            <a:lvl7pPr algn="l">
              <a:buNone/>
              <a:defRPr sz="1500">
                <a:solidFill>
                  <a:srgbClr val="576975"/>
                </a:solidFill>
                <a:latin typeface="Tahoma"/>
                <a:ea typeface="Tahoma"/>
                <a:cs typeface="Tahoma"/>
              </a:defRPr>
            </a:lvl7pPr>
            <a:lvl8pPr algn="l">
              <a:buNone/>
              <a:defRPr sz="1500">
                <a:solidFill>
                  <a:srgbClr val="576975"/>
                </a:solidFill>
                <a:latin typeface="Tahoma"/>
                <a:ea typeface="Tahoma"/>
                <a:cs typeface="Tahoma"/>
              </a:defRPr>
            </a:lvl8pPr>
            <a:lvl9pPr algn="l">
              <a:buNone/>
              <a:defRPr sz="1500">
                <a:solidFill>
                  <a:srgbClr val="576975"/>
                </a:solidFill>
                <a:latin typeface="Tahoma"/>
                <a:ea typeface="Tahoma"/>
                <a:cs typeface="Tahoma"/>
              </a:defRPr>
            </a:lvl9pPr>
          </a:lstStyle>
          <a:p xmlns:a="http://schemas.openxmlformats.org/drawingml/2006/main">
            <a:pPr algn="l">
              <a:spcAft>
                <a:spcPts val="400"/>
              </a:spcAft>
              <a:buNone/>
              <a:defRPr sz="1500" b="0">
                <a:solidFill>
                  <a:srgbClr val="576975"/>
                </a:solidFill>
                <a:latin typeface="Tahoma"/>
                <a:ea typeface="Tahoma"/>
                <a:cs typeface="Tahoma"/>
              </a:defRPr>
            </a:pPr>
            <a:r>
              <a:rPr sz="1500">
                <a:solidFill>
                  <a:srgbClr val="576975"/>
                </a:solidFill>
                <a:latin typeface="Tahoma"/>
                <a:ea typeface="Tahoma"/>
                <a:cs typeface="Tahoma"/>
              </a:rPr>
              <a:t>ตรวจข้อมูลภาพครบทุกภาพ ข้อความอ้างอิงรอบล่าสุดแสดงในหน้าถัดไป</a:t>
            </a:r>
          </a:p>
        </p:txBody>
      </p:sp>
      <p:sp>
        <p:nvSpPr>
          <p:cNvPr id="4" name="Connector 3">
            <a:extLst xmlns:a="http://schemas.openxmlformats.org/drawingml/2006/main">
              <a:ext uri="{FF2B5EF4-FFF2-40B4-BE49-F238E27FC236}">
                <a16:creationId xmlns:a16="http://schemas.microsoft.com/office/drawing/2014/main" id="{D715F41D-6E66-48F1-A49B-EDEA8F27D51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90F1B51-4E06-4BEA-B481-BE8B349BD013}"/>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981685F1-9C4B-488E-B84B-C2E50D736CC2}"/>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12</a:t>
            </a:r>
          </a:p>
        </p:txBody>
      </p:sp>
      <p:pic>
        <p:nvPicPr>
          <p:cNvPr id="7" name="Picture 6">
            <a:extLst xmlns:a="http://schemas.openxmlformats.org/drawingml/2006/main">
              <a:ext uri="{FF2B5EF4-FFF2-40B4-BE49-F238E27FC236}">
                <a16:creationId xmlns:a16="http://schemas.microsoft.com/office/drawing/2014/main" id="{8B4D0A72-C0F3-4367-8911-7F64BC7322F5}"/>
              </a:ext>
            </a:extLst>
          </p:cNvPr>
          <p:cNvPicPr>
            <a:picLocks xmlns:a="http://schemas.openxmlformats.org/drawingml/2006/main" noChangeAspect="1"/>
          </p:cNvPicPr>
          <p:nvPr/>
        </p:nvPicPr>
        <p:blipFill>
          <a:blip xmlns:r="http://schemas.openxmlformats.org/officeDocument/2006/relationships" xmlns:a="http://schemas.openxmlformats.org/drawingml/2006/main" r:embed="R0324811c81af4957"/>
          <a:stretch xmlns:a="http://schemas.openxmlformats.org/drawingml/2006/main">
            <a:fillRect l="0" t="0" r="0" b="0"/>
          </a:stretch>
        </p:blipFill>
        <p:spPr>
          <a:xfrm xmlns:a="http://schemas.openxmlformats.org/drawingml/2006/main">
            <a:off x="694944" y="1444752"/>
            <a:ext cx="10789920" cy="356616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CDF07DB0-839F-466C-940A-4E8B5D0F3F35}"/>
              </a:ext>
            </a:extLst>
          </p:cNvPr>
          <p:cNvSpPr>
            <a:spLocks xmlns:a="http://schemas.openxmlformats.org/drawingml/2006/main" noGrp="1"/>
          </p:cNvSpPr>
          <p:nvPr/>
        </p:nvSpPr>
        <p:spPr>
          <a:xfrm xmlns:a="http://schemas.openxmlformats.org/drawingml/2006/main">
            <a:off x="758952" y="5166360"/>
            <a:ext cx="10789920"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A5D"/>
                </a:solidFill>
                <a:latin typeface="Tahoma"/>
                <a:ea typeface="Tahoma"/>
                <a:cs typeface="Tahoma"/>
              </a:defRPr>
            </a:pPr>
            <a:r>
              <a:rPr>
                <a:latin typeface="Tahoma"/>
                <a:ea typeface="Tahoma"/>
                <a:cs typeface="Tahoma"/>
              </a:rPr>
              <a:t>พิมพ์ 41 / เขียนมือ 18  |  แนวตั้ง 38 / แนวนอน 21  |  ความสว่างมัธยฐานทั้งภาพ 173.9/255</a:t>
            </a:r>
          </a:p>
        </p:txBody>
      </p:sp>
      <p:sp>
        <p:nvSpPr>
          <p:cNvPr id="9" name="TextBox 8">
            <a:extLst xmlns:a="http://schemas.openxmlformats.org/drawingml/2006/main">
              <a:ext uri="{FF2B5EF4-FFF2-40B4-BE49-F238E27FC236}">
                <a16:creationId xmlns:a16="http://schemas.microsoft.com/office/drawing/2014/main" id="{7CF7860E-D425-4DCC-B060-625B5093A9FC}"/>
              </a:ext>
            </a:extLst>
          </p:cNvPr>
          <p:cNvSpPr>
            <a:spLocks xmlns:a="http://schemas.openxmlformats.org/drawingml/2006/main" noGrp="1"/>
          </p:cNvSpPr>
          <p:nvPr/>
        </p:nvSpPr>
        <p:spPr>
          <a:xfrm xmlns:a="http://schemas.openxmlformats.org/drawingml/2006/main">
            <a:off x="758952" y="5733288"/>
            <a:ext cx="10744200" cy="26289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ผลตรวจชื่อสินค้าเดิม: ถอดครบ 12 / ไม่ครบ 45 / ไม่มีบรรทัดชื่อ 2 ภาพ</a:t>
            </a:r>
          </a:p>
        </p:txBody>
      </p:sp>
    </p:spTree>
    <p:extLst>
      <p:ext uri="{BB962C8B-B14F-4D97-AF65-F5344CB8AC3E}">
        <p14:creationId xmlns:p14="http://schemas.microsoft.com/office/powerpoint/2010/main" val="13594382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E22E422-57D3-4E41-AB12-AA28E2B5A2A3}"/>
              </a:ext>
            </a:extLst>
          </p:cNvPr>
          <p:cNvSpPr>
            <a:spLocks xmlns:a="http://schemas.openxmlformats.org/drawingml/2006/main" noGrp="1"/>
          </p:cNvSpPr>
          <p:nvPr/>
        </p:nvSpPr>
        <p:spPr>
          <a:xfrm xmlns:a="http://schemas.openxmlformats.org/drawingml/2006/main">
            <a:off x="621792" y="384048"/>
            <a:ext cx="10972800" cy="3960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599" b="1">
                <a:solidFill>
                  <a:srgbClr val="1D2A5D"/>
                </a:solidFill>
                <a:latin typeface="Tahoma"/>
                <a:ea typeface="Tahoma"/>
                <a:cs typeface="Tahoma"/>
              </a:defRPr>
            </a:defPPr>
            <a:lvl1pPr algn="l">
              <a:buNone/>
              <a:defRPr sz="2599" b="1">
                <a:solidFill>
                  <a:srgbClr val="1D2A5D"/>
                </a:solidFill>
                <a:latin typeface="Tahoma"/>
                <a:ea typeface="Tahoma"/>
                <a:cs typeface="Tahoma"/>
              </a:defRPr>
            </a:lvl1pPr>
            <a:lvl2pPr algn="l">
              <a:buNone/>
              <a:defRPr sz="2599" b="1">
                <a:solidFill>
                  <a:srgbClr val="1D2A5D"/>
                </a:solidFill>
                <a:latin typeface="Tahoma"/>
                <a:ea typeface="Tahoma"/>
                <a:cs typeface="Tahoma"/>
              </a:defRPr>
            </a:lvl2pPr>
            <a:lvl3pPr algn="l">
              <a:buNone/>
              <a:defRPr sz="2599" b="1">
                <a:solidFill>
                  <a:srgbClr val="1D2A5D"/>
                </a:solidFill>
                <a:latin typeface="Tahoma"/>
                <a:ea typeface="Tahoma"/>
                <a:cs typeface="Tahoma"/>
              </a:defRPr>
            </a:lvl3pPr>
            <a:lvl4pPr algn="l">
              <a:buNone/>
              <a:defRPr sz="2599" b="1">
                <a:solidFill>
                  <a:srgbClr val="1D2A5D"/>
                </a:solidFill>
                <a:latin typeface="Tahoma"/>
                <a:ea typeface="Tahoma"/>
                <a:cs typeface="Tahoma"/>
              </a:defRPr>
            </a:lvl4pPr>
            <a:lvl5pPr algn="l">
              <a:buNone/>
              <a:defRPr sz="2599" b="1">
                <a:solidFill>
                  <a:srgbClr val="1D2A5D"/>
                </a:solidFill>
                <a:latin typeface="Tahoma"/>
                <a:ea typeface="Tahoma"/>
                <a:cs typeface="Tahoma"/>
              </a:defRPr>
            </a:lvl5pPr>
            <a:lvl6pPr algn="l">
              <a:buNone/>
              <a:defRPr sz="2599" b="1">
                <a:solidFill>
                  <a:srgbClr val="1D2A5D"/>
                </a:solidFill>
                <a:latin typeface="Tahoma"/>
                <a:ea typeface="Tahoma"/>
                <a:cs typeface="Tahoma"/>
              </a:defRPr>
            </a:lvl6pPr>
            <a:lvl7pPr algn="l">
              <a:buNone/>
              <a:defRPr sz="2599" b="1">
                <a:solidFill>
                  <a:srgbClr val="1D2A5D"/>
                </a:solidFill>
                <a:latin typeface="Tahoma"/>
                <a:ea typeface="Tahoma"/>
                <a:cs typeface="Tahoma"/>
              </a:defRPr>
            </a:lvl7pPr>
            <a:lvl8pPr algn="l">
              <a:buNone/>
              <a:defRPr sz="2599" b="1">
                <a:solidFill>
                  <a:srgbClr val="1D2A5D"/>
                </a:solidFill>
                <a:latin typeface="Tahoma"/>
                <a:ea typeface="Tahoma"/>
                <a:cs typeface="Tahoma"/>
              </a:defRPr>
            </a:lvl8pPr>
            <a:lvl9pPr algn="l">
              <a:buNone/>
              <a:defRPr sz="2599" b="1">
                <a:solidFill>
                  <a:srgbClr val="1D2A5D"/>
                </a:solidFill>
                <a:latin typeface="Tahoma"/>
                <a:ea typeface="Tahoma"/>
                <a:cs typeface="Tahoma"/>
              </a:defRPr>
            </a:lvl9pPr>
          </a:lstStyle>
          <a:p xmlns:a="http://schemas.openxmlformats.org/drawingml/2006/main">
            <a:pPr algn="l">
              <a:spcAft>
                <a:spcPts val="400"/>
              </a:spcAft>
              <a:buNone/>
              <a:defRPr sz="2599" b="1">
                <a:solidFill>
                  <a:srgbClr val="1D2A5D"/>
                </a:solidFill>
                <a:latin typeface="Tahoma"/>
                <a:ea typeface="Tahoma"/>
                <a:cs typeface="Tahoma"/>
              </a:defRPr>
            </a:pPr>
            <a:r>
              <a:rPr sz="2599" b="1">
                <a:solidFill>
                  <a:srgbClr val="1D2A5D"/>
                </a:solidFill>
                <a:latin typeface="Tahoma"/>
                <a:ea typeface="Tahoma"/>
                <a:cs typeface="Tahoma"/>
              </a:rPr>
              <a:t>ข้อมูล 59 ภาพ และข้อความอ้างอิงที่บันทึกแล้ว</a:t>
            </a:r>
          </a:p>
        </p:txBody>
      </p:sp>
      <p:sp>
        <p:nvSpPr>
          <p:cNvPr id="3" name="TextBox 2">
            <a:extLst xmlns:a="http://schemas.openxmlformats.org/drawingml/2006/main">
              <a:ext uri="{FF2B5EF4-FFF2-40B4-BE49-F238E27FC236}">
                <a16:creationId xmlns:a16="http://schemas.microsoft.com/office/drawing/2014/main" id="{B6D3E004-56F9-4209-A9D4-164E70372D21}"/>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ตรวจข้อความหนึ่งรอบ จำนวนภาพที่ใช้แต่ละคะแนนระบุแยกตามเกณฑ์</a:t>
            </a:r>
          </a:p>
        </p:txBody>
      </p:sp>
      <p:sp>
        <p:nvSpPr>
          <p:cNvPr id="4" name="Connector 3">
            <a:extLst xmlns:a="http://schemas.openxmlformats.org/drawingml/2006/main">
              <a:ext uri="{FF2B5EF4-FFF2-40B4-BE49-F238E27FC236}">
                <a16:creationId xmlns:a16="http://schemas.microsoft.com/office/drawing/2014/main" id="{90A7FB17-8AE4-4308-9655-5DBA3AE20E6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48A04C40-105E-4CA1-9BCE-D07DB30F054C}"/>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29B30A5C-B8E0-4CE9-94A8-737898BE6D3D}"/>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13</a:t>
            </a:r>
          </a:p>
        </p:txBody>
      </p:sp>
      <p:sp>
        <p:nvSpPr>
          <p:cNvPr id="7" name="Rounded Rectangle 6">
            <a:extLst xmlns:a="http://schemas.openxmlformats.org/drawingml/2006/main">
              <a:ext uri="{FF2B5EF4-FFF2-40B4-BE49-F238E27FC236}">
                <a16:creationId xmlns:a16="http://schemas.microsoft.com/office/drawing/2014/main" id="{9012DE43-6ED9-4E34-8999-289AE24E5425}"/>
              </a:ext>
            </a:extLst>
          </p:cNvPr>
          <p:cNvSpPr>
            <a:spLocks xmlns:a="http://schemas.openxmlformats.org/drawingml/2006/main" noGrp="1"/>
          </p:cNvSpPr>
          <p:nvPr/>
        </p:nvSpPr>
        <p:spPr>
          <a:xfrm xmlns:a="http://schemas.openxmlformats.org/drawingml/2006/main">
            <a:off x="722376"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7F672A6-C94C-46F7-A319-90BF32E767F7}"/>
              </a:ext>
            </a:extLst>
          </p:cNvPr>
          <p:cNvSpPr>
            <a:spLocks xmlns:a="http://schemas.openxmlformats.org/drawingml/2006/main" noGrp="1"/>
          </p:cNvSpPr>
          <p:nvPr/>
        </p:nvSpPr>
        <p:spPr>
          <a:xfrm xmlns:a="http://schemas.openxmlformats.org/drawingml/2006/main">
            <a:off x="950976"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137E9A"/>
                </a:solidFill>
                <a:latin typeface="Tahoma"/>
                <a:ea typeface="Tahoma"/>
                <a:cs typeface="Tahoma"/>
              </a:defRPr>
            </a:defPPr>
            <a:lvl1pPr algn="l">
              <a:buNone/>
              <a:defRPr sz="4900" b="1">
                <a:solidFill>
                  <a:srgbClr val="137E9A"/>
                </a:solidFill>
                <a:latin typeface="Tahoma"/>
                <a:ea typeface="Tahoma"/>
                <a:cs typeface="Tahoma"/>
              </a:defRPr>
            </a:lvl1pPr>
            <a:lvl2pPr algn="l">
              <a:buNone/>
              <a:defRPr sz="4900" b="1">
                <a:solidFill>
                  <a:srgbClr val="137E9A"/>
                </a:solidFill>
                <a:latin typeface="Tahoma"/>
                <a:ea typeface="Tahoma"/>
                <a:cs typeface="Tahoma"/>
              </a:defRPr>
            </a:lvl2pPr>
            <a:lvl3pPr algn="l">
              <a:buNone/>
              <a:defRPr sz="4900" b="1">
                <a:solidFill>
                  <a:srgbClr val="137E9A"/>
                </a:solidFill>
                <a:latin typeface="Tahoma"/>
                <a:ea typeface="Tahoma"/>
                <a:cs typeface="Tahoma"/>
              </a:defRPr>
            </a:lvl3pPr>
            <a:lvl4pPr algn="l">
              <a:buNone/>
              <a:defRPr sz="4900" b="1">
                <a:solidFill>
                  <a:srgbClr val="137E9A"/>
                </a:solidFill>
                <a:latin typeface="Tahoma"/>
                <a:ea typeface="Tahoma"/>
                <a:cs typeface="Tahoma"/>
              </a:defRPr>
            </a:lvl4pPr>
            <a:lvl5pPr algn="l">
              <a:buNone/>
              <a:defRPr sz="4900" b="1">
                <a:solidFill>
                  <a:srgbClr val="137E9A"/>
                </a:solidFill>
                <a:latin typeface="Tahoma"/>
                <a:ea typeface="Tahoma"/>
                <a:cs typeface="Tahoma"/>
              </a:defRPr>
            </a:lvl5pPr>
            <a:lvl6pPr algn="l">
              <a:buNone/>
              <a:defRPr sz="4900" b="1">
                <a:solidFill>
                  <a:srgbClr val="137E9A"/>
                </a:solidFill>
                <a:latin typeface="Tahoma"/>
                <a:ea typeface="Tahoma"/>
                <a:cs typeface="Tahoma"/>
              </a:defRPr>
            </a:lvl6pPr>
            <a:lvl7pPr algn="l">
              <a:buNone/>
              <a:defRPr sz="4900" b="1">
                <a:solidFill>
                  <a:srgbClr val="137E9A"/>
                </a:solidFill>
                <a:latin typeface="Tahoma"/>
                <a:ea typeface="Tahoma"/>
                <a:cs typeface="Tahoma"/>
              </a:defRPr>
            </a:lvl7pPr>
            <a:lvl8pPr algn="l">
              <a:buNone/>
              <a:defRPr sz="4900" b="1">
                <a:solidFill>
                  <a:srgbClr val="137E9A"/>
                </a:solidFill>
                <a:latin typeface="Tahoma"/>
                <a:ea typeface="Tahoma"/>
                <a:cs typeface="Tahoma"/>
              </a:defRPr>
            </a:lvl8pPr>
            <a:lvl9pPr algn="l">
              <a:buNone/>
              <a:defRPr sz="4900" b="1">
                <a:solidFill>
                  <a:srgbClr val="137E9A"/>
                </a:solidFill>
                <a:latin typeface="Tahoma"/>
                <a:ea typeface="Tahoma"/>
                <a:cs typeface="Tahoma"/>
              </a:defRPr>
            </a:lvl9pPr>
          </a:lstStyle>
          <a:p xmlns:a="http://schemas.openxmlformats.org/drawingml/2006/main">
            <a:pPr algn="l">
              <a:spcAft>
                <a:spcPts val="400"/>
              </a:spcAft>
              <a:buNone/>
              <a:defRPr sz="4900" b="1">
                <a:solidFill>
                  <a:srgbClr val="137E9A"/>
                </a:solidFill>
                <a:latin typeface="Tahoma"/>
                <a:ea typeface="Tahoma"/>
                <a:cs typeface="Tahoma"/>
              </a:defRPr>
            </a:pPr>
            <a:r>
              <a:rPr sz="4900" b="1">
                <a:solidFill>
                  <a:srgbClr val="137E9A"/>
                </a:solidFill>
                <a:latin typeface="Tahoma"/>
                <a:ea typeface="Tahoma"/>
                <a:cs typeface="Tahoma"/>
              </a:rPr>
              <a:t>59</a:t>
            </a:r>
          </a:p>
        </p:txBody>
      </p:sp>
      <p:sp>
        <p:nvSpPr>
          <p:cNvPr id="9" name="TextBox 8">
            <a:extLst xmlns:a="http://schemas.openxmlformats.org/drawingml/2006/main">
              <a:ext uri="{FF2B5EF4-FFF2-40B4-BE49-F238E27FC236}">
                <a16:creationId xmlns:a16="http://schemas.microsoft.com/office/drawing/2014/main" id="{A8902B92-F763-40BB-9776-A4AE2A8A8EC4}"/>
              </a:ext>
            </a:extLst>
          </p:cNvPr>
          <p:cNvSpPr>
            <a:spLocks xmlns:a="http://schemas.openxmlformats.org/drawingml/2006/main" noGrp="1"/>
          </p:cNvSpPr>
          <p:nvPr/>
        </p:nvSpPr>
        <p:spPr>
          <a:xfrm xmlns:a="http://schemas.openxmlformats.org/drawingml/2006/main">
            <a:off x="950976"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ภาพที่รวบรวม</a:t>
            </a:r>
          </a:p>
        </p:txBody>
      </p:sp>
      <p:sp>
        <p:nvSpPr>
          <p:cNvPr id="10" name="TextBox 9">
            <a:extLst xmlns:a="http://schemas.openxmlformats.org/drawingml/2006/main">
              <a:ext uri="{FF2B5EF4-FFF2-40B4-BE49-F238E27FC236}">
                <a16:creationId xmlns:a16="http://schemas.microsoft.com/office/drawing/2014/main" id="{FE215462-F179-457E-90F2-0715613BD446}"/>
              </a:ext>
            </a:extLst>
          </p:cNvPr>
          <p:cNvSpPr>
            <a:spLocks xmlns:a="http://schemas.openxmlformats.org/drawingml/2006/main" noGrp="1"/>
          </p:cNvSpPr>
          <p:nvPr/>
        </p:nvSpPr>
        <p:spPr>
          <a:xfrm xmlns:a="http://schemas.openxmlformats.org/drawingml/2006/main">
            <a:off x="950976"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buNone/>
              <a:defRPr sz="1600">
                <a:solidFill>
                  <a:srgbClr val="1D2F3E"/>
                </a:solidFill>
                <a:latin typeface="Tahoma"/>
                <a:ea typeface="Tahoma"/>
                <a:cs typeface="Tahoma"/>
              </a:defRPr>
            </a:lvl1pPr>
            <a:lvl2pPr algn="l">
              <a:buNone/>
              <a:defRPr sz="1600">
                <a:solidFill>
                  <a:srgbClr val="1D2F3E"/>
                </a:solidFill>
                <a:latin typeface="Tahoma"/>
                <a:ea typeface="Tahoma"/>
                <a:cs typeface="Tahoma"/>
              </a:defRPr>
            </a:lvl2pPr>
            <a:lvl3pPr algn="l">
              <a:buNone/>
              <a:defRPr sz="1600">
                <a:solidFill>
                  <a:srgbClr val="1D2F3E"/>
                </a:solidFill>
                <a:latin typeface="Tahoma"/>
                <a:ea typeface="Tahoma"/>
                <a:cs typeface="Tahoma"/>
              </a:defRPr>
            </a:lvl3pPr>
            <a:lvl4pPr algn="l">
              <a:buNone/>
              <a:defRPr sz="1600">
                <a:solidFill>
                  <a:srgbClr val="1D2F3E"/>
                </a:solidFill>
                <a:latin typeface="Tahoma"/>
                <a:ea typeface="Tahoma"/>
                <a:cs typeface="Tahoma"/>
              </a:defRPr>
            </a:lvl4pPr>
            <a:lvl5pPr algn="l">
              <a:buNone/>
              <a:defRPr sz="1600">
                <a:solidFill>
                  <a:srgbClr val="1D2F3E"/>
                </a:solidFill>
                <a:latin typeface="Tahoma"/>
                <a:ea typeface="Tahoma"/>
                <a:cs typeface="Tahoma"/>
              </a:defRPr>
            </a:lvl5pPr>
            <a:lvl6pPr algn="l">
              <a:buNone/>
              <a:defRPr sz="1600">
                <a:solidFill>
                  <a:srgbClr val="1D2F3E"/>
                </a:solidFill>
                <a:latin typeface="Tahoma"/>
                <a:ea typeface="Tahoma"/>
                <a:cs typeface="Tahoma"/>
              </a:defRPr>
            </a:lvl6pPr>
            <a:lvl7pPr algn="l">
              <a:buNone/>
              <a:defRPr sz="1600">
                <a:solidFill>
                  <a:srgbClr val="1D2F3E"/>
                </a:solidFill>
                <a:latin typeface="Tahoma"/>
                <a:ea typeface="Tahoma"/>
                <a:cs typeface="Tahoma"/>
              </a:defRPr>
            </a:lvl7pPr>
            <a:lvl8pPr algn="l">
              <a:buNone/>
              <a:defRPr sz="1600">
                <a:solidFill>
                  <a:srgbClr val="1D2F3E"/>
                </a:solidFill>
                <a:latin typeface="Tahoma"/>
                <a:ea typeface="Tahoma"/>
                <a:cs typeface="Tahoma"/>
              </a:defRPr>
            </a:lvl8pPr>
            <a:lvl9pPr algn="l">
              <a:buNone/>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ตรวจข้อมูลภาพแล้ว</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ยังไม่เท่ากับธุรกรรมอิสระ</a:t>
            </a:r>
          </a:p>
        </p:txBody>
      </p:sp>
      <p:sp>
        <p:nvSpPr>
          <p:cNvPr id="11" name="Rounded Rectangle 10">
            <a:extLst xmlns:a="http://schemas.openxmlformats.org/drawingml/2006/main">
              <a:ext uri="{FF2B5EF4-FFF2-40B4-BE49-F238E27FC236}">
                <a16:creationId xmlns:a16="http://schemas.microsoft.com/office/drawing/2014/main" id="{DCD1BFBC-E7FA-49B8-887B-9280CA7C4DAC}"/>
              </a:ext>
            </a:extLst>
          </p:cNvPr>
          <p:cNvSpPr>
            <a:spLocks xmlns:a="http://schemas.openxmlformats.org/drawingml/2006/main" noGrp="1"/>
          </p:cNvSpPr>
          <p:nvPr/>
        </p:nvSpPr>
        <p:spPr>
          <a:xfrm xmlns:a="http://schemas.openxmlformats.org/drawingml/2006/main">
            <a:off x="4443984"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AD210FD9-E2E2-45C6-AE66-5E13AF565F93}"/>
              </a:ext>
            </a:extLst>
          </p:cNvPr>
          <p:cNvSpPr>
            <a:spLocks xmlns:a="http://schemas.openxmlformats.org/drawingml/2006/main" noGrp="1"/>
          </p:cNvSpPr>
          <p:nvPr/>
        </p:nvSpPr>
        <p:spPr>
          <a:xfrm xmlns:a="http://schemas.openxmlformats.org/drawingml/2006/main">
            <a:off x="4672584"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C05C2B"/>
                </a:solidFill>
                <a:latin typeface="Tahoma"/>
                <a:ea typeface="Tahoma"/>
                <a:cs typeface="Tahoma"/>
              </a:defRPr>
            </a:defPPr>
            <a:lvl1pPr algn="l">
              <a:buNone/>
              <a:defRPr sz="4900" b="1">
                <a:solidFill>
                  <a:srgbClr val="C05C2B"/>
                </a:solidFill>
                <a:latin typeface="Tahoma"/>
                <a:ea typeface="Tahoma"/>
                <a:cs typeface="Tahoma"/>
              </a:defRPr>
            </a:lvl1pPr>
            <a:lvl2pPr algn="l">
              <a:buNone/>
              <a:defRPr sz="4900" b="1">
                <a:solidFill>
                  <a:srgbClr val="C05C2B"/>
                </a:solidFill>
                <a:latin typeface="Tahoma"/>
                <a:ea typeface="Tahoma"/>
                <a:cs typeface="Tahoma"/>
              </a:defRPr>
            </a:lvl2pPr>
            <a:lvl3pPr algn="l">
              <a:buNone/>
              <a:defRPr sz="4900" b="1">
                <a:solidFill>
                  <a:srgbClr val="C05C2B"/>
                </a:solidFill>
                <a:latin typeface="Tahoma"/>
                <a:ea typeface="Tahoma"/>
                <a:cs typeface="Tahoma"/>
              </a:defRPr>
            </a:lvl3pPr>
            <a:lvl4pPr algn="l">
              <a:buNone/>
              <a:defRPr sz="4900" b="1">
                <a:solidFill>
                  <a:srgbClr val="C05C2B"/>
                </a:solidFill>
                <a:latin typeface="Tahoma"/>
                <a:ea typeface="Tahoma"/>
                <a:cs typeface="Tahoma"/>
              </a:defRPr>
            </a:lvl4pPr>
            <a:lvl5pPr algn="l">
              <a:buNone/>
              <a:defRPr sz="4900" b="1">
                <a:solidFill>
                  <a:srgbClr val="C05C2B"/>
                </a:solidFill>
                <a:latin typeface="Tahoma"/>
                <a:ea typeface="Tahoma"/>
                <a:cs typeface="Tahoma"/>
              </a:defRPr>
            </a:lvl5pPr>
            <a:lvl6pPr algn="l">
              <a:buNone/>
              <a:defRPr sz="4900" b="1">
                <a:solidFill>
                  <a:srgbClr val="C05C2B"/>
                </a:solidFill>
                <a:latin typeface="Tahoma"/>
                <a:ea typeface="Tahoma"/>
                <a:cs typeface="Tahoma"/>
              </a:defRPr>
            </a:lvl6pPr>
            <a:lvl7pPr algn="l">
              <a:buNone/>
              <a:defRPr sz="4900" b="1">
                <a:solidFill>
                  <a:srgbClr val="C05C2B"/>
                </a:solidFill>
                <a:latin typeface="Tahoma"/>
                <a:ea typeface="Tahoma"/>
                <a:cs typeface="Tahoma"/>
              </a:defRPr>
            </a:lvl7pPr>
            <a:lvl8pPr algn="l">
              <a:buNone/>
              <a:defRPr sz="4900" b="1">
                <a:solidFill>
                  <a:srgbClr val="C05C2B"/>
                </a:solidFill>
                <a:latin typeface="Tahoma"/>
                <a:ea typeface="Tahoma"/>
                <a:cs typeface="Tahoma"/>
              </a:defRPr>
            </a:lvl8pPr>
            <a:lvl9pPr algn="l">
              <a:buNone/>
              <a:defRPr sz="4900" b="1">
                <a:solidFill>
                  <a:srgbClr val="C05C2B"/>
                </a:solidFill>
                <a:latin typeface="Tahoma"/>
                <a:ea typeface="Tahoma"/>
                <a:cs typeface="Tahoma"/>
              </a:defRPr>
            </a:lvl9pPr>
          </a:lstStyle>
          <a:p xmlns:a="http://schemas.openxmlformats.org/drawingml/2006/main">
            <a:pPr algn="l">
              <a:spcAft>
                <a:spcPts val="400"/>
              </a:spcAft>
              <a:buNone/>
              <a:defRPr sz="4900" b="1">
                <a:solidFill>
                  <a:srgbClr val="C05C2B"/>
                </a:solidFill>
                <a:latin typeface="Tahoma"/>
                <a:ea typeface="Tahoma"/>
                <a:cs typeface="Tahoma"/>
              </a:defRPr>
            </a:pPr>
            <a:r>
              <a:rPr sz="4900" b="1">
                <a:solidFill>
                  <a:srgbClr val="C05C2B"/>
                </a:solidFill>
                <a:latin typeface="Tahoma"/>
                <a:ea typeface="Tahoma"/>
                <a:cs typeface="Tahoma"/>
              </a:rPr>
              <a:t>59</a:t>
            </a:r>
          </a:p>
        </p:txBody>
      </p:sp>
      <p:sp>
        <p:nvSpPr>
          <p:cNvPr id="13" name="TextBox 12">
            <a:extLst xmlns:a="http://schemas.openxmlformats.org/drawingml/2006/main">
              <a:ext uri="{FF2B5EF4-FFF2-40B4-BE49-F238E27FC236}">
                <a16:creationId xmlns:a16="http://schemas.microsoft.com/office/drawing/2014/main" id="{31D345DE-6CB6-4457-ADEA-816253BDDBCE}"/>
              </a:ext>
            </a:extLst>
          </p:cNvPr>
          <p:cNvSpPr>
            <a:spLocks xmlns:a="http://schemas.openxmlformats.org/drawingml/2006/main" noGrp="1"/>
          </p:cNvSpPr>
          <p:nvPr/>
        </p:nvSpPr>
        <p:spPr>
          <a:xfrm xmlns:a="http://schemas.openxmlformats.org/drawingml/2006/main">
            <a:off x="4672584"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มีข้อความบันทึก</a:t>
            </a:r>
          </a:p>
        </p:txBody>
      </p:sp>
      <p:sp>
        <p:nvSpPr>
          <p:cNvPr id="14" name="TextBox 13">
            <a:extLst xmlns:a="http://schemas.openxmlformats.org/drawingml/2006/main">
              <a:ext uri="{FF2B5EF4-FFF2-40B4-BE49-F238E27FC236}">
                <a16:creationId xmlns:a16="http://schemas.microsoft.com/office/drawing/2014/main" id="{807C58BF-5949-4DF7-80F8-8A0857AF2BA7}"/>
              </a:ext>
            </a:extLst>
          </p:cNvPr>
          <p:cNvSpPr>
            <a:spLocks xmlns:a="http://schemas.openxmlformats.org/drawingml/2006/main" noGrp="1"/>
          </p:cNvSpPr>
          <p:nvPr/>
        </p:nvSpPr>
        <p:spPr>
          <a:xfrm xmlns:a="http://schemas.openxmlformats.org/drawingml/2006/main">
            <a:off x="4672584"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buNone/>
              <a:defRPr sz="1600">
                <a:solidFill>
                  <a:srgbClr val="1D2F3E"/>
                </a:solidFill>
                <a:latin typeface="Tahoma"/>
                <a:ea typeface="Tahoma"/>
                <a:cs typeface="Tahoma"/>
              </a:defRPr>
            </a:lvl1pPr>
            <a:lvl2pPr algn="l">
              <a:buNone/>
              <a:defRPr sz="1600">
                <a:solidFill>
                  <a:srgbClr val="1D2F3E"/>
                </a:solidFill>
                <a:latin typeface="Tahoma"/>
                <a:ea typeface="Tahoma"/>
                <a:cs typeface="Tahoma"/>
              </a:defRPr>
            </a:lvl2pPr>
            <a:lvl3pPr algn="l">
              <a:buNone/>
              <a:defRPr sz="1600">
                <a:solidFill>
                  <a:srgbClr val="1D2F3E"/>
                </a:solidFill>
                <a:latin typeface="Tahoma"/>
                <a:ea typeface="Tahoma"/>
                <a:cs typeface="Tahoma"/>
              </a:defRPr>
            </a:lvl3pPr>
            <a:lvl4pPr algn="l">
              <a:buNone/>
              <a:defRPr sz="1600">
                <a:solidFill>
                  <a:srgbClr val="1D2F3E"/>
                </a:solidFill>
                <a:latin typeface="Tahoma"/>
                <a:ea typeface="Tahoma"/>
                <a:cs typeface="Tahoma"/>
              </a:defRPr>
            </a:lvl4pPr>
            <a:lvl5pPr algn="l">
              <a:buNone/>
              <a:defRPr sz="1600">
                <a:solidFill>
                  <a:srgbClr val="1D2F3E"/>
                </a:solidFill>
                <a:latin typeface="Tahoma"/>
                <a:ea typeface="Tahoma"/>
                <a:cs typeface="Tahoma"/>
              </a:defRPr>
            </a:lvl5pPr>
            <a:lvl6pPr algn="l">
              <a:buNone/>
              <a:defRPr sz="1600">
                <a:solidFill>
                  <a:srgbClr val="1D2F3E"/>
                </a:solidFill>
                <a:latin typeface="Tahoma"/>
                <a:ea typeface="Tahoma"/>
                <a:cs typeface="Tahoma"/>
              </a:defRPr>
            </a:lvl6pPr>
            <a:lvl7pPr algn="l">
              <a:buNone/>
              <a:defRPr sz="1600">
                <a:solidFill>
                  <a:srgbClr val="1D2F3E"/>
                </a:solidFill>
                <a:latin typeface="Tahoma"/>
                <a:ea typeface="Tahoma"/>
                <a:cs typeface="Tahoma"/>
              </a:defRPr>
            </a:lvl7pPr>
            <a:lvl8pPr algn="l">
              <a:buNone/>
              <a:defRPr sz="1600">
                <a:solidFill>
                  <a:srgbClr val="1D2F3E"/>
                </a:solidFill>
                <a:latin typeface="Tahoma"/>
                <a:ea typeface="Tahoma"/>
                <a:cs typeface="Tahoma"/>
              </a:defRPr>
            </a:lvl8pPr>
            <a:lvl9pPr algn="l">
              <a:buNone/>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ผู้บันทึกหนึ่งคน หนึ่งรอบ</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เก็บส่วนอ่านไม่ครบตามจริง</a:t>
            </a:r>
          </a:p>
        </p:txBody>
      </p:sp>
      <p:sp>
        <p:nvSpPr>
          <p:cNvPr id="15" name="Rounded Rectangle 14">
            <a:extLst xmlns:a="http://schemas.openxmlformats.org/drawingml/2006/main">
              <a:ext uri="{FF2B5EF4-FFF2-40B4-BE49-F238E27FC236}">
                <a16:creationId xmlns:a16="http://schemas.microsoft.com/office/drawing/2014/main" id="{0FE27701-A9D2-43DC-9EED-255C565386B0}"/>
              </a:ext>
            </a:extLst>
          </p:cNvPr>
          <p:cNvSpPr>
            <a:spLocks xmlns:a="http://schemas.openxmlformats.org/drawingml/2006/main" noGrp="1"/>
          </p:cNvSpPr>
          <p:nvPr/>
        </p:nvSpPr>
        <p:spPr>
          <a:xfrm xmlns:a="http://schemas.openxmlformats.org/drawingml/2006/main">
            <a:off x="8165592"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ED4CEBCE-3FCC-44D1-87BA-FFF5F59CAF8E}"/>
              </a:ext>
            </a:extLst>
          </p:cNvPr>
          <p:cNvSpPr>
            <a:spLocks xmlns:a="http://schemas.openxmlformats.org/drawingml/2006/main" noGrp="1"/>
          </p:cNvSpPr>
          <p:nvPr/>
        </p:nvSpPr>
        <p:spPr>
          <a:xfrm xmlns:a="http://schemas.openxmlformats.org/drawingml/2006/main">
            <a:off x="8394192"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006289"/>
                </a:solidFill>
                <a:latin typeface="Tahoma"/>
                <a:ea typeface="Tahoma"/>
                <a:cs typeface="Tahoma"/>
              </a:defRPr>
            </a:defPPr>
            <a:lvl1pPr algn="l">
              <a:buNone/>
              <a:defRPr sz="4900" b="1">
                <a:solidFill>
                  <a:srgbClr val="006289"/>
                </a:solidFill>
                <a:latin typeface="Tahoma"/>
                <a:ea typeface="Tahoma"/>
                <a:cs typeface="Tahoma"/>
              </a:defRPr>
            </a:lvl1pPr>
            <a:lvl2pPr algn="l">
              <a:buNone/>
              <a:defRPr sz="4900" b="1">
                <a:solidFill>
                  <a:srgbClr val="006289"/>
                </a:solidFill>
                <a:latin typeface="Tahoma"/>
                <a:ea typeface="Tahoma"/>
                <a:cs typeface="Tahoma"/>
              </a:defRPr>
            </a:lvl2pPr>
            <a:lvl3pPr algn="l">
              <a:buNone/>
              <a:defRPr sz="4900" b="1">
                <a:solidFill>
                  <a:srgbClr val="006289"/>
                </a:solidFill>
                <a:latin typeface="Tahoma"/>
                <a:ea typeface="Tahoma"/>
                <a:cs typeface="Tahoma"/>
              </a:defRPr>
            </a:lvl3pPr>
            <a:lvl4pPr algn="l">
              <a:buNone/>
              <a:defRPr sz="4900" b="1">
                <a:solidFill>
                  <a:srgbClr val="006289"/>
                </a:solidFill>
                <a:latin typeface="Tahoma"/>
                <a:ea typeface="Tahoma"/>
                <a:cs typeface="Tahoma"/>
              </a:defRPr>
            </a:lvl4pPr>
            <a:lvl5pPr algn="l">
              <a:buNone/>
              <a:defRPr sz="4900" b="1">
                <a:solidFill>
                  <a:srgbClr val="006289"/>
                </a:solidFill>
                <a:latin typeface="Tahoma"/>
                <a:ea typeface="Tahoma"/>
                <a:cs typeface="Tahoma"/>
              </a:defRPr>
            </a:lvl5pPr>
            <a:lvl6pPr algn="l">
              <a:buNone/>
              <a:defRPr sz="4900" b="1">
                <a:solidFill>
                  <a:srgbClr val="006289"/>
                </a:solidFill>
                <a:latin typeface="Tahoma"/>
                <a:ea typeface="Tahoma"/>
                <a:cs typeface="Tahoma"/>
              </a:defRPr>
            </a:lvl6pPr>
            <a:lvl7pPr algn="l">
              <a:buNone/>
              <a:defRPr sz="4900" b="1">
                <a:solidFill>
                  <a:srgbClr val="006289"/>
                </a:solidFill>
                <a:latin typeface="Tahoma"/>
                <a:ea typeface="Tahoma"/>
                <a:cs typeface="Tahoma"/>
              </a:defRPr>
            </a:lvl7pPr>
            <a:lvl8pPr algn="l">
              <a:buNone/>
              <a:defRPr sz="4900" b="1">
                <a:solidFill>
                  <a:srgbClr val="006289"/>
                </a:solidFill>
                <a:latin typeface="Tahoma"/>
                <a:ea typeface="Tahoma"/>
                <a:cs typeface="Tahoma"/>
              </a:defRPr>
            </a:lvl8pPr>
            <a:lvl9pPr algn="l">
              <a:buNone/>
              <a:defRPr sz="4900" b="1">
                <a:solidFill>
                  <a:srgbClr val="006289"/>
                </a:solidFill>
                <a:latin typeface="Tahoma"/>
                <a:ea typeface="Tahoma"/>
                <a:cs typeface="Tahoma"/>
              </a:defRPr>
            </a:lvl9pPr>
          </a:lstStyle>
          <a:p xmlns:a="http://schemas.openxmlformats.org/drawingml/2006/main">
            <a:pPr algn="l">
              <a:spcAft>
                <a:spcPts val="400"/>
              </a:spcAft>
              <a:buNone/>
              <a:defRPr sz="4900" b="1">
                <a:solidFill>
                  <a:srgbClr val="006289"/>
                </a:solidFill>
                <a:latin typeface="Tahoma"/>
                <a:ea typeface="Tahoma"/>
                <a:cs typeface="Tahoma"/>
              </a:defRPr>
            </a:pPr>
            <a:r>
              <a:rPr sz="4900" b="1">
                <a:solidFill>
                  <a:srgbClr val="006289"/>
                </a:solidFill>
                <a:latin typeface="Tahoma"/>
                <a:ea typeface="Tahoma"/>
                <a:cs typeface="Tahoma"/>
              </a:rPr>
              <a:t>24</a:t>
            </a:r>
          </a:p>
        </p:txBody>
      </p:sp>
      <p:sp>
        <p:nvSpPr>
          <p:cNvPr id="17" name="TextBox 16">
            <a:extLst xmlns:a="http://schemas.openxmlformats.org/drawingml/2006/main">
              <a:ext uri="{FF2B5EF4-FFF2-40B4-BE49-F238E27FC236}">
                <a16:creationId xmlns:a16="http://schemas.microsoft.com/office/drawing/2014/main" id="{E91545E6-2CF0-4CDB-8258-DA4A0FF3483A}"/>
              </a:ext>
            </a:extLst>
          </p:cNvPr>
          <p:cNvSpPr>
            <a:spLocks xmlns:a="http://schemas.openxmlformats.org/drawingml/2006/main" noGrp="1"/>
          </p:cNvSpPr>
          <p:nvPr/>
        </p:nvSpPr>
        <p:spPr>
          <a:xfrm xmlns:a="http://schemas.openxmlformats.org/drawingml/2006/main">
            <a:off x="8394192"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ใช้เทียบ CER</a:t>
            </a:r>
          </a:p>
        </p:txBody>
      </p:sp>
      <p:sp>
        <p:nvSpPr>
          <p:cNvPr id="18" name="TextBox 17">
            <a:extLst xmlns:a="http://schemas.openxmlformats.org/drawingml/2006/main">
              <a:ext uri="{FF2B5EF4-FFF2-40B4-BE49-F238E27FC236}">
                <a16:creationId xmlns:a16="http://schemas.microsoft.com/office/drawing/2014/main" id="{E959EB41-C88A-49EE-B5A6-3C41FBB7A085}"/>
              </a:ext>
            </a:extLst>
          </p:cNvPr>
          <p:cNvSpPr>
            <a:spLocks xmlns:a="http://schemas.openxmlformats.org/drawingml/2006/main" noGrp="1"/>
          </p:cNvSpPr>
          <p:nvPr/>
        </p:nvSpPr>
        <p:spPr>
          <a:xfrm xmlns:a="http://schemas.openxmlformats.org/drawingml/2006/main">
            <a:off x="8394192"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buNone/>
              <a:defRPr sz="1600">
                <a:solidFill>
                  <a:srgbClr val="1D2F3E"/>
                </a:solidFill>
                <a:latin typeface="Tahoma"/>
                <a:ea typeface="Tahoma"/>
                <a:cs typeface="Tahoma"/>
              </a:defRPr>
            </a:lvl1pPr>
            <a:lvl2pPr algn="l">
              <a:buNone/>
              <a:defRPr sz="1600">
                <a:solidFill>
                  <a:srgbClr val="1D2F3E"/>
                </a:solidFill>
                <a:latin typeface="Tahoma"/>
                <a:ea typeface="Tahoma"/>
                <a:cs typeface="Tahoma"/>
              </a:defRPr>
            </a:lvl2pPr>
            <a:lvl3pPr algn="l">
              <a:buNone/>
              <a:defRPr sz="1600">
                <a:solidFill>
                  <a:srgbClr val="1D2F3E"/>
                </a:solidFill>
                <a:latin typeface="Tahoma"/>
                <a:ea typeface="Tahoma"/>
                <a:cs typeface="Tahoma"/>
              </a:defRPr>
            </a:lvl3pPr>
            <a:lvl4pPr algn="l">
              <a:buNone/>
              <a:defRPr sz="1600">
                <a:solidFill>
                  <a:srgbClr val="1D2F3E"/>
                </a:solidFill>
                <a:latin typeface="Tahoma"/>
                <a:ea typeface="Tahoma"/>
                <a:cs typeface="Tahoma"/>
              </a:defRPr>
            </a:lvl4pPr>
            <a:lvl5pPr algn="l">
              <a:buNone/>
              <a:defRPr sz="1600">
                <a:solidFill>
                  <a:srgbClr val="1D2F3E"/>
                </a:solidFill>
                <a:latin typeface="Tahoma"/>
                <a:ea typeface="Tahoma"/>
                <a:cs typeface="Tahoma"/>
              </a:defRPr>
            </a:lvl5pPr>
            <a:lvl6pPr algn="l">
              <a:buNone/>
              <a:defRPr sz="1600">
                <a:solidFill>
                  <a:srgbClr val="1D2F3E"/>
                </a:solidFill>
                <a:latin typeface="Tahoma"/>
                <a:ea typeface="Tahoma"/>
                <a:cs typeface="Tahoma"/>
              </a:defRPr>
            </a:lvl6pPr>
            <a:lvl7pPr algn="l">
              <a:buNone/>
              <a:defRPr sz="1600">
                <a:solidFill>
                  <a:srgbClr val="1D2F3E"/>
                </a:solidFill>
                <a:latin typeface="Tahoma"/>
                <a:ea typeface="Tahoma"/>
                <a:cs typeface="Tahoma"/>
              </a:defRPr>
            </a:lvl7pPr>
            <a:lvl8pPr algn="l">
              <a:buNone/>
              <a:defRPr sz="1600">
                <a:solidFill>
                  <a:srgbClr val="1D2F3E"/>
                </a:solidFill>
                <a:latin typeface="Tahoma"/>
                <a:ea typeface="Tahoma"/>
                <a:cs typeface="Tahoma"/>
              </a:defRPr>
            </a:lvl8pPr>
            <a:lvl9pPr algn="l">
              <a:buNone/>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ผ่านเกณฑ์คัดข้อความ</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ยังไม่รับรองว่าครบทุกตัว</a:t>
            </a:r>
          </a:p>
        </p:txBody>
      </p:sp>
      <p:sp>
        <p:nvSpPr>
          <p:cNvPr id="19" name="TextBox 18">
            <a:extLst xmlns:a="http://schemas.openxmlformats.org/drawingml/2006/main">
              <a:ext uri="{FF2B5EF4-FFF2-40B4-BE49-F238E27FC236}">
                <a16:creationId xmlns:a16="http://schemas.microsoft.com/office/drawing/2014/main" id="{EAC823EF-B5D0-42B9-8241-14C9005BD4B5}"/>
              </a:ext>
            </a:extLst>
          </p:cNvPr>
          <p:cNvSpPr>
            <a:spLocks xmlns:a="http://schemas.openxmlformats.org/drawingml/2006/main" noGrp="1"/>
          </p:cNvSpPr>
          <p:nvPr/>
        </p:nvSpPr>
        <p:spPr>
          <a:xfrm xmlns:a="http://schemas.openxmlformats.org/drawingml/2006/main">
            <a:off x="804672" y="5074920"/>
            <a:ext cx="10634472" cy="26289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35 ภาพมีข้อความไม่ครบหรือจัดรูปแบบใหม่ จึงไม่นับใน CER เต็มข้อความ</a:t>
            </a:r>
          </a:p>
        </p:txBody>
      </p:sp>
      <p:sp>
        <p:nvSpPr>
          <p:cNvPr id="20" name="TextBox 19">
            <a:extLst xmlns:a="http://schemas.openxmlformats.org/drawingml/2006/main">
              <a:ext uri="{FF2B5EF4-FFF2-40B4-BE49-F238E27FC236}">
                <a16:creationId xmlns:a16="http://schemas.microsoft.com/office/drawing/2014/main" id="{773147B7-F2C1-4D75-BFA9-CF782D07974B}"/>
              </a:ext>
            </a:extLst>
          </p:cNvPr>
          <p:cNvSpPr>
            <a:spLocks xmlns:a="http://schemas.openxmlformats.org/drawingml/2006/main" noGrp="1"/>
          </p:cNvSpPr>
          <p:nvPr/>
        </p:nvSpPr>
        <p:spPr>
          <a:xfrm xmlns:a="http://schemas.openxmlformats.org/drawingml/2006/main">
            <a:off x="804672" y="5724144"/>
            <a:ext cx="1056132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500">
                <a:solidFill>
                  <a:srgbClr val="576975"/>
                </a:solidFill>
                <a:latin typeface="Tahoma"/>
                <a:ea typeface="Tahoma"/>
                <a:cs typeface="Tahoma"/>
              </a:defRPr>
            </a:defPPr>
            <a:lvl1pPr algn="l">
              <a:buNone/>
              <a:defRPr sz="1500">
                <a:solidFill>
                  <a:srgbClr val="576975"/>
                </a:solidFill>
                <a:latin typeface="Tahoma"/>
                <a:ea typeface="Tahoma"/>
                <a:cs typeface="Tahoma"/>
              </a:defRPr>
            </a:lvl1pPr>
            <a:lvl2pPr algn="l">
              <a:buNone/>
              <a:defRPr sz="1500">
                <a:solidFill>
                  <a:srgbClr val="576975"/>
                </a:solidFill>
                <a:latin typeface="Tahoma"/>
                <a:ea typeface="Tahoma"/>
                <a:cs typeface="Tahoma"/>
              </a:defRPr>
            </a:lvl2pPr>
            <a:lvl3pPr algn="l">
              <a:buNone/>
              <a:defRPr sz="1500">
                <a:solidFill>
                  <a:srgbClr val="576975"/>
                </a:solidFill>
                <a:latin typeface="Tahoma"/>
                <a:ea typeface="Tahoma"/>
                <a:cs typeface="Tahoma"/>
              </a:defRPr>
            </a:lvl3pPr>
            <a:lvl4pPr algn="l">
              <a:buNone/>
              <a:defRPr sz="1500">
                <a:solidFill>
                  <a:srgbClr val="576975"/>
                </a:solidFill>
                <a:latin typeface="Tahoma"/>
                <a:ea typeface="Tahoma"/>
                <a:cs typeface="Tahoma"/>
              </a:defRPr>
            </a:lvl4pPr>
            <a:lvl5pPr algn="l">
              <a:buNone/>
              <a:defRPr sz="1500">
                <a:solidFill>
                  <a:srgbClr val="576975"/>
                </a:solidFill>
                <a:latin typeface="Tahoma"/>
                <a:ea typeface="Tahoma"/>
                <a:cs typeface="Tahoma"/>
              </a:defRPr>
            </a:lvl5pPr>
            <a:lvl6pPr algn="l">
              <a:buNone/>
              <a:defRPr sz="1500">
                <a:solidFill>
                  <a:srgbClr val="576975"/>
                </a:solidFill>
                <a:latin typeface="Tahoma"/>
                <a:ea typeface="Tahoma"/>
                <a:cs typeface="Tahoma"/>
              </a:defRPr>
            </a:lvl6pPr>
            <a:lvl7pPr algn="l">
              <a:buNone/>
              <a:defRPr sz="1500">
                <a:solidFill>
                  <a:srgbClr val="576975"/>
                </a:solidFill>
                <a:latin typeface="Tahoma"/>
                <a:ea typeface="Tahoma"/>
                <a:cs typeface="Tahoma"/>
              </a:defRPr>
            </a:lvl7pPr>
            <a:lvl8pPr algn="l">
              <a:buNone/>
              <a:defRPr sz="1500">
                <a:solidFill>
                  <a:srgbClr val="576975"/>
                </a:solidFill>
                <a:latin typeface="Tahoma"/>
                <a:ea typeface="Tahoma"/>
                <a:cs typeface="Tahoma"/>
              </a:defRPr>
            </a:lvl8pPr>
            <a:lvl9pPr algn="l">
              <a:buNone/>
              <a:defRPr sz="1500">
                <a:solidFill>
                  <a:srgbClr val="576975"/>
                </a:solidFill>
                <a:latin typeface="Tahoma"/>
                <a:ea typeface="Tahoma"/>
                <a:cs typeface="Tahoma"/>
              </a:defRPr>
            </a:lvl9pPr>
          </a:lstStyle>
          <a:p xmlns:a="http://schemas.openxmlformats.org/drawingml/2006/main">
            <a:pPr algn="l">
              <a:spcAft>
                <a:spcPts val="400"/>
              </a:spcAft>
              <a:buNone/>
              <a:defRPr sz="1500" b="0">
                <a:solidFill>
                  <a:srgbClr val="576975"/>
                </a:solidFill>
                <a:latin typeface="Tahoma"/>
                <a:ea typeface="Tahoma"/>
                <a:cs typeface="Tahoma"/>
              </a:defRPr>
            </a:pPr>
            <a:r>
              <a:rPr sz="1500">
                <a:solidFill>
                  <a:srgbClr val="576975"/>
                </a:solidFill>
                <a:latin typeface="Tahoma"/>
                <a:ea typeface="Tahoma"/>
                <a:cs typeface="Tahoma"/>
              </a:rPr>
              <a:t>บันทึกข้อความครบ 59 ภาพแล้ว เฉลย JSON และกลุ่มธุรกรรมยังไม่รับรองครบ</a:t>
            </a:r>
          </a:p>
        </p:txBody>
      </p:sp>
    </p:spTree>
    <p:extLst>
      <p:ext uri="{BB962C8B-B14F-4D97-AF65-F5344CB8AC3E}">
        <p14:creationId xmlns:p14="http://schemas.microsoft.com/office/powerpoint/2010/main" val="15858226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7C4ABF3-ECA1-44C4-80F4-4AE99874EF57}"/>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ผล YOLO: คะแนนนี้มาจากภาพตรวจ 16 ใบ</a:t>
            </a:r>
          </a:p>
        </p:txBody>
      </p:sp>
      <p:sp>
        <p:nvSpPr>
          <p:cNvPr id="3" name="TextBox 2">
            <a:extLst xmlns:a="http://schemas.openxmlformats.org/drawingml/2006/main">
              <a:ext uri="{FF2B5EF4-FFF2-40B4-BE49-F238E27FC236}">
                <a16:creationId xmlns:a16="http://schemas.microsoft.com/office/drawing/2014/main" id="{CA60DDD0-3EB5-40B3-BE6F-18299D58AD04}"/>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ฝึก 38 ภาพ / ตรวจฉากเดิม 10 / ตรวจภาพส่งเพิ่ม 6 / กันออก 5</a:t>
            </a:r>
          </a:p>
        </p:txBody>
      </p:sp>
      <p:sp>
        <p:nvSpPr>
          <p:cNvPr id="4" name="Connector 3">
            <a:extLst xmlns:a="http://schemas.openxmlformats.org/drawingml/2006/main">
              <a:ext uri="{FF2B5EF4-FFF2-40B4-BE49-F238E27FC236}">
                <a16:creationId xmlns:a16="http://schemas.microsoft.com/office/drawing/2014/main" id="{37500246-BBE4-425C-875F-36FF7496914F}"/>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50835541-C491-4571-9F0F-92B2E139EC6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FA490DA4-5366-403D-A4EF-A2FF1703B64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14</a:t>
            </a:r>
          </a:p>
        </p:txBody>
      </p:sp>
      <p:sp>
        <p:nvSpPr>
          <p:cNvPr id="7" name="Rounded Rectangle 6">
            <a:extLst xmlns:a="http://schemas.openxmlformats.org/drawingml/2006/main">
              <a:ext uri="{FF2B5EF4-FFF2-40B4-BE49-F238E27FC236}">
                <a16:creationId xmlns:a16="http://schemas.microsoft.com/office/drawing/2014/main" id="{B8898757-0960-41D6-B81D-B87C2C412AC5}"/>
              </a:ext>
            </a:extLst>
          </p:cNvPr>
          <p:cNvSpPr>
            <a:spLocks xmlns:a="http://schemas.openxmlformats.org/drawingml/2006/main" noGrp="1"/>
          </p:cNvSpPr>
          <p:nvPr/>
        </p:nvSpPr>
        <p:spPr>
          <a:xfrm xmlns:a="http://schemas.openxmlformats.org/drawingml/2006/main">
            <a:off x="768096" y="1700784"/>
            <a:ext cx="5120640" cy="233172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43E967FA-F486-4A4B-BEE4-D419F7ABD741}"/>
              </a:ext>
            </a:extLst>
          </p:cNvPr>
          <p:cNvSpPr>
            <a:spLocks xmlns:a="http://schemas.openxmlformats.org/drawingml/2006/main" noGrp="1"/>
          </p:cNvSpPr>
          <p:nvPr/>
        </p:nvSpPr>
        <p:spPr>
          <a:xfrm xmlns:a="http://schemas.openxmlformats.org/drawingml/2006/main">
            <a:off x="6263640" y="1700784"/>
            <a:ext cx="5120640" cy="2331720"/>
          </a:xfrm>
          <a:prstGeom xmlns:a="http://schemas.openxmlformats.org/drawingml/2006/main" prst="roundRect">
            <a:avLst/>
          </a:prstGeom>
          <a:solidFill xmlns:a="http://schemas.openxmlformats.org/drawingml/2006/main">
            <a:srgbClr val="FAF0E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5BEA5D5-1032-4C94-BA9B-6D2B2806DA88}"/>
              </a:ext>
            </a:extLst>
          </p:cNvPr>
          <p:cNvSpPr>
            <a:spLocks xmlns:a="http://schemas.openxmlformats.org/drawingml/2006/main" noGrp="1"/>
          </p:cNvSpPr>
          <p:nvPr/>
        </p:nvSpPr>
        <p:spPr>
          <a:xfrm xmlns:a="http://schemas.openxmlformats.org/drawingml/2006/main">
            <a:off x="1042415" y="1947672"/>
            <a:ext cx="4297680" cy="83210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400" b="1">
                <a:solidFill>
                  <a:srgbClr val="137E9A"/>
                </a:solidFill>
                <a:latin typeface="Tahoma"/>
                <a:ea typeface="Tahoma"/>
                <a:cs typeface="Tahoma"/>
              </a:defRPr>
            </a:pPr>
            <a:r>
              <a:rPr>
                <a:latin typeface="Tahoma"/>
                <a:ea typeface="Tahoma"/>
                <a:cs typeface="Tahoma"/>
              </a:rPr>
              <a:t>0.928</a:t>
            </a:r>
          </a:p>
        </p:txBody>
      </p:sp>
      <p:sp>
        <p:nvSpPr>
          <p:cNvPr id="10" name="TextBox 9">
            <a:extLst xmlns:a="http://schemas.openxmlformats.org/drawingml/2006/main">
              <a:ext uri="{FF2B5EF4-FFF2-40B4-BE49-F238E27FC236}">
                <a16:creationId xmlns:a16="http://schemas.microsoft.com/office/drawing/2014/main" id="{D048E78D-434F-4C87-B070-665881366018}"/>
              </a:ext>
            </a:extLst>
          </p:cNvPr>
          <p:cNvSpPr>
            <a:spLocks xmlns:a="http://schemas.openxmlformats.org/drawingml/2006/main" noGrp="1"/>
          </p:cNvSpPr>
          <p:nvPr/>
        </p:nvSpPr>
        <p:spPr>
          <a:xfrm xmlns:a="http://schemas.openxmlformats.org/drawingml/2006/main">
            <a:off x="1060704" y="3044952"/>
            <a:ext cx="4407408"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100" b="1">
                <a:solidFill>
                  <a:srgbClr val="1D2A5D"/>
                </a:solidFill>
                <a:latin typeface="Tahoma"/>
                <a:ea typeface="Tahoma"/>
                <a:cs typeface="Tahoma"/>
              </a:defRPr>
            </a:pPr>
            <a:r>
              <a:rPr>
                <a:latin typeface="Tahoma"/>
                <a:ea typeface="Tahoma"/>
                <a:cs typeface="Tahoma"/>
              </a:rPr>
              <a:t>10 ภาพฉากเดิม</a:t>
            </a:r>
          </a:p>
        </p:txBody>
      </p:sp>
      <p:sp>
        <p:nvSpPr>
          <p:cNvPr id="11" name="TextBox 10">
            <a:extLst xmlns:a="http://schemas.openxmlformats.org/drawingml/2006/main">
              <a:ext uri="{FF2B5EF4-FFF2-40B4-BE49-F238E27FC236}">
                <a16:creationId xmlns:a16="http://schemas.microsoft.com/office/drawing/2014/main" id="{FDA1309E-1006-4969-9145-F423F0AFD4E6}"/>
              </a:ext>
            </a:extLst>
          </p:cNvPr>
          <p:cNvSpPr>
            <a:spLocks xmlns:a="http://schemas.openxmlformats.org/drawingml/2006/main" noGrp="1"/>
          </p:cNvSpPr>
          <p:nvPr/>
        </p:nvSpPr>
        <p:spPr>
          <a:xfrm xmlns:a="http://schemas.openxmlformats.org/drawingml/2006/main">
            <a:off x="6537960" y="1947672"/>
            <a:ext cx="4297680" cy="83210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400" b="1">
                <a:solidFill>
                  <a:srgbClr val="C05C2B"/>
                </a:solidFill>
                <a:latin typeface="Tahoma"/>
                <a:ea typeface="Tahoma"/>
                <a:cs typeface="Tahoma"/>
              </a:defRPr>
            </a:pPr>
            <a:r>
              <a:rPr>
                <a:latin typeface="Tahoma"/>
                <a:ea typeface="Tahoma"/>
                <a:cs typeface="Tahoma"/>
              </a:rPr>
              <a:t>0.237</a:t>
            </a:r>
          </a:p>
        </p:txBody>
      </p:sp>
      <p:sp>
        <p:nvSpPr>
          <p:cNvPr id="12" name="TextBox 11">
            <a:extLst xmlns:a="http://schemas.openxmlformats.org/drawingml/2006/main">
              <a:ext uri="{FF2B5EF4-FFF2-40B4-BE49-F238E27FC236}">
                <a16:creationId xmlns:a16="http://schemas.microsoft.com/office/drawing/2014/main" id="{558ADE20-2FC0-4585-B468-41679F68B152}"/>
              </a:ext>
            </a:extLst>
          </p:cNvPr>
          <p:cNvSpPr>
            <a:spLocks xmlns:a="http://schemas.openxmlformats.org/drawingml/2006/main" noGrp="1"/>
          </p:cNvSpPr>
          <p:nvPr/>
        </p:nvSpPr>
        <p:spPr>
          <a:xfrm xmlns:a="http://schemas.openxmlformats.org/drawingml/2006/main">
            <a:off x="6556248" y="3044952"/>
            <a:ext cx="4407408"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b="1">
                <a:solidFill>
                  <a:srgbClr val="1D2A5D"/>
                </a:solidFill>
                <a:latin typeface="Tahoma"/>
                <a:ea typeface="Tahoma"/>
                <a:cs typeface="Tahoma"/>
              </a:defRPr>
            </a:defPPr>
            <a:lvl1pPr algn="l">
              <a:buNone/>
              <a:defRPr sz="2100" b="1">
                <a:solidFill>
                  <a:srgbClr val="1D2A5D"/>
                </a:solidFill>
                <a:latin typeface="Tahoma"/>
                <a:ea typeface="Tahoma"/>
                <a:cs typeface="Tahoma"/>
              </a:defRPr>
            </a:lvl1pPr>
            <a:lvl2pPr algn="l">
              <a:buNone/>
              <a:defRPr sz="2100" b="1">
                <a:solidFill>
                  <a:srgbClr val="1D2A5D"/>
                </a:solidFill>
                <a:latin typeface="Tahoma"/>
                <a:ea typeface="Tahoma"/>
                <a:cs typeface="Tahoma"/>
              </a:defRPr>
            </a:lvl2pPr>
            <a:lvl3pPr algn="l">
              <a:buNone/>
              <a:defRPr sz="2100" b="1">
                <a:solidFill>
                  <a:srgbClr val="1D2A5D"/>
                </a:solidFill>
                <a:latin typeface="Tahoma"/>
                <a:ea typeface="Tahoma"/>
                <a:cs typeface="Tahoma"/>
              </a:defRPr>
            </a:lvl3pPr>
            <a:lvl4pPr algn="l">
              <a:buNone/>
              <a:defRPr sz="2100" b="1">
                <a:solidFill>
                  <a:srgbClr val="1D2A5D"/>
                </a:solidFill>
                <a:latin typeface="Tahoma"/>
                <a:ea typeface="Tahoma"/>
                <a:cs typeface="Tahoma"/>
              </a:defRPr>
            </a:lvl4pPr>
            <a:lvl5pPr algn="l">
              <a:buNone/>
              <a:defRPr sz="2100" b="1">
                <a:solidFill>
                  <a:srgbClr val="1D2A5D"/>
                </a:solidFill>
                <a:latin typeface="Tahoma"/>
                <a:ea typeface="Tahoma"/>
                <a:cs typeface="Tahoma"/>
              </a:defRPr>
            </a:lvl5pPr>
            <a:lvl6pPr algn="l">
              <a:buNone/>
              <a:defRPr sz="2100" b="1">
                <a:solidFill>
                  <a:srgbClr val="1D2A5D"/>
                </a:solidFill>
                <a:latin typeface="Tahoma"/>
                <a:ea typeface="Tahoma"/>
                <a:cs typeface="Tahoma"/>
              </a:defRPr>
            </a:lvl6pPr>
            <a:lvl7pPr algn="l">
              <a:buNone/>
              <a:defRPr sz="2100" b="1">
                <a:solidFill>
                  <a:srgbClr val="1D2A5D"/>
                </a:solidFill>
                <a:latin typeface="Tahoma"/>
                <a:ea typeface="Tahoma"/>
                <a:cs typeface="Tahoma"/>
              </a:defRPr>
            </a:lvl7pPr>
            <a:lvl8pPr algn="l">
              <a:buNone/>
              <a:defRPr sz="2100" b="1">
                <a:solidFill>
                  <a:srgbClr val="1D2A5D"/>
                </a:solidFill>
                <a:latin typeface="Tahoma"/>
                <a:ea typeface="Tahoma"/>
                <a:cs typeface="Tahoma"/>
              </a:defRPr>
            </a:lvl8pPr>
            <a:lvl9pPr algn="l">
              <a:buNone/>
              <a:defRPr sz="2100" b="1">
                <a:solidFill>
                  <a:srgbClr val="1D2A5D"/>
                </a:solidFill>
                <a:latin typeface="Tahoma"/>
                <a:ea typeface="Tahoma"/>
                <a:cs typeface="Tahoma"/>
              </a:defRPr>
            </a:lvl9pPr>
          </a:lstStyle>
          <a:p xmlns:a="http://schemas.openxmlformats.org/drawingml/2006/main">
            <a:pPr algn="l">
              <a:spcAft>
                <a:spcPts val="400"/>
              </a:spcAft>
              <a:buNone/>
              <a:defRPr sz="2100" b="1">
                <a:solidFill>
                  <a:srgbClr val="1D2A5D"/>
                </a:solidFill>
                <a:latin typeface="Tahoma"/>
                <a:ea typeface="Tahoma"/>
                <a:cs typeface="Tahoma"/>
              </a:defRPr>
            </a:pPr>
            <a:r>
              <a:rPr sz="2100" b="1">
                <a:solidFill>
                  <a:srgbClr val="1D2A5D"/>
                </a:solidFill>
                <a:latin typeface="Tahoma"/>
                <a:ea typeface="Tahoma"/>
                <a:cs typeface="Tahoma"/>
              </a:rPr>
              <a:t>6 ภาพส่งเพิ่มเดิม</a:t>
            </a:r>
          </a:p>
        </p:txBody>
      </p:sp>
      <p:sp>
        <p:nvSpPr>
          <p:cNvPr id="13" name="TextBox 12">
            <a:extLst xmlns:a="http://schemas.openxmlformats.org/drawingml/2006/main">
              <a:ext uri="{FF2B5EF4-FFF2-40B4-BE49-F238E27FC236}">
                <a16:creationId xmlns:a16="http://schemas.microsoft.com/office/drawing/2014/main" id="{9B9718FD-AED2-45CD-BE1E-8B4B85B51F73}"/>
              </a:ext>
            </a:extLst>
          </p:cNvPr>
          <p:cNvSpPr>
            <a:spLocks xmlns:a="http://schemas.openxmlformats.org/drawingml/2006/main" noGrp="1"/>
          </p:cNvSpPr>
          <p:nvPr/>
        </p:nvSpPr>
        <p:spPr>
          <a:xfrm xmlns:a="http://schemas.openxmlformats.org/drawingml/2006/main">
            <a:off x="850392" y="4315968"/>
            <a:ext cx="1051560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mAP@0.5: คะแนนเฉลี่ยการหากรอบ 0–1; สูงดีกว่า</a:t>
            </a:r>
          </a:p>
        </p:txBody>
      </p:sp>
      <p:sp>
        <p:nvSpPr>
          <p:cNvPr id="14" name="Rounded Rectangle 13">
            <a:extLst xmlns:a="http://schemas.openxmlformats.org/drawingml/2006/main">
              <a:ext uri="{FF2B5EF4-FFF2-40B4-BE49-F238E27FC236}">
                <a16:creationId xmlns:a16="http://schemas.microsoft.com/office/drawing/2014/main" id="{80150912-5E82-486D-9C74-193B6EEA2F1A}"/>
              </a:ext>
            </a:extLst>
          </p:cNvPr>
          <p:cNvSpPr>
            <a:spLocks xmlns:a="http://schemas.openxmlformats.org/drawingml/2006/main" noGrp="1"/>
          </p:cNvSpPr>
          <p:nvPr/>
        </p:nvSpPr>
        <p:spPr>
          <a:xfrm xmlns:a="http://schemas.openxmlformats.org/drawingml/2006/main">
            <a:off x="786384" y="4965192"/>
            <a:ext cx="10607040" cy="667512"/>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F5EB45F5-84CF-4291-9842-98037587DFE5}"/>
              </a:ext>
            </a:extLst>
          </p:cNvPr>
          <p:cNvSpPr>
            <a:spLocks xmlns:a="http://schemas.openxmlformats.org/drawingml/2006/main" noGrp="1"/>
          </p:cNvSpPr>
          <p:nvPr/>
        </p:nvSpPr>
        <p:spPr>
          <a:xfrm xmlns:a="http://schemas.openxmlformats.org/drawingml/2006/main">
            <a:off x="987552" y="5120640"/>
            <a:ext cx="1014984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b="1">
                <a:solidFill>
                  <a:srgbClr val="006289"/>
                </a:solidFill>
                <a:latin typeface="Tahoma"/>
                <a:ea typeface="Tahoma"/>
                <a:cs typeface="Tahoma"/>
              </a:defRPr>
            </a:defPPr>
            <a:lvl1pPr algn="l">
              <a:buNone/>
              <a:defRPr sz="1800" b="1">
                <a:solidFill>
                  <a:srgbClr val="006289"/>
                </a:solidFill>
                <a:latin typeface="Tahoma"/>
                <a:ea typeface="Tahoma"/>
                <a:cs typeface="Tahoma"/>
              </a:defRPr>
            </a:lvl1pPr>
            <a:lvl2pPr algn="l">
              <a:buNone/>
              <a:defRPr sz="1800" b="1">
                <a:solidFill>
                  <a:srgbClr val="006289"/>
                </a:solidFill>
                <a:latin typeface="Tahoma"/>
                <a:ea typeface="Tahoma"/>
                <a:cs typeface="Tahoma"/>
              </a:defRPr>
            </a:lvl2pPr>
            <a:lvl3pPr algn="l">
              <a:buNone/>
              <a:defRPr sz="1800" b="1">
                <a:solidFill>
                  <a:srgbClr val="006289"/>
                </a:solidFill>
                <a:latin typeface="Tahoma"/>
                <a:ea typeface="Tahoma"/>
                <a:cs typeface="Tahoma"/>
              </a:defRPr>
            </a:lvl3pPr>
            <a:lvl4pPr algn="l">
              <a:buNone/>
              <a:defRPr sz="1800" b="1">
                <a:solidFill>
                  <a:srgbClr val="006289"/>
                </a:solidFill>
                <a:latin typeface="Tahoma"/>
                <a:ea typeface="Tahoma"/>
                <a:cs typeface="Tahoma"/>
              </a:defRPr>
            </a:lvl4pPr>
            <a:lvl5pPr algn="l">
              <a:buNone/>
              <a:defRPr sz="1800" b="1">
                <a:solidFill>
                  <a:srgbClr val="006289"/>
                </a:solidFill>
                <a:latin typeface="Tahoma"/>
                <a:ea typeface="Tahoma"/>
                <a:cs typeface="Tahoma"/>
              </a:defRPr>
            </a:lvl5pPr>
            <a:lvl6pPr algn="l">
              <a:buNone/>
              <a:defRPr sz="1800" b="1">
                <a:solidFill>
                  <a:srgbClr val="006289"/>
                </a:solidFill>
                <a:latin typeface="Tahoma"/>
                <a:ea typeface="Tahoma"/>
                <a:cs typeface="Tahoma"/>
              </a:defRPr>
            </a:lvl6pPr>
            <a:lvl7pPr algn="l">
              <a:buNone/>
              <a:defRPr sz="1800" b="1">
                <a:solidFill>
                  <a:srgbClr val="006289"/>
                </a:solidFill>
                <a:latin typeface="Tahoma"/>
                <a:ea typeface="Tahoma"/>
                <a:cs typeface="Tahoma"/>
              </a:defRPr>
            </a:lvl7pPr>
            <a:lvl8pPr algn="l">
              <a:buNone/>
              <a:defRPr sz="1800" b="1">
                <a:solidFill>
                  <a:srgbClr val="006289"/>
                </a:solidFill>
                <a:latin typeface="Tahoma"/>
                <a:ea typeface="Tahoma"/>
                <a:cs typeface="Tahoma"/>
              </a:defRPr>
            </a:lvl8pPr>
            <a:lvl9pPr algn="l">
              <a:buNone/>
              <a:defRPr sz="1800" b="1">
                <a:solidFill>
                  <a:srgbClr val="006289"/>
                </a:solidFill>
                <a:latin typeface="Tahoma"/>
                <a:ea typeface="Tahoma"/>
                <a:cs typeface="Tahoma"/>
              </a:defRPr>
            </a:lvl9pPr>
          </a:lstStyle>
          <a:p xmlns:a="http://schemas.openxmlformats.org/drawingml/2006/main">
            <a:pPr algn="l">
              <a:spcAft>
                <a:spcPts val="400"/>
              </a:spcAft>
              <a:buNone/>
              <a:defRPr sz="1800" b="1">
                <a:solidFill>
                  <a:srgbClr val="006289"/>
                </a:solidFill>
                <a:latin typeface="Tahoma"/>
                <a:ea typeface="Tahoma"/>
                <a:cs typeface="Tahoma"/>
              </a:defRPr>
            </a:pPr>
            <a:r>
              <a:rPr sz="1800" b="1">
                <a:solidFill>
                  <a:srgbClr val="006289"/>
                </a:solidFill>
                <a:latin typeface="Tahoma"/>
                <a:ea typeface="Tahoma"/>
                <a:cs typeface="Tahoma"/>
              </a:rPr>
              <a:t>ลองหมุน 6 ภาพส่งเพิ่มเดิมให้อ่านตรงด้วยโมเดลเดิม: 0.237 → 0.714</a:t>
            </a:r>
          </a:p>
        </p:txBody>
      </p:sp>
      <p:sp>
        <p:nvSpPr>
          <p:cNvPr id="16" name="TextBox 15">
            <a:extLst xmlns:a="http://schemas.openxmlformats.org/drawingml/2006/main">
              <a:ext uri="{FF2B5EF4-FFF2-40B4-BE49-F238E27FC236}">
                <a16:creationId xmlns:a16="http://schemas.microsoft.com/office/drawing/2014/main" id="{5DE8EA28-2D17-4D6E-B3D6-E053E19CAEF6}"/>
              </a:ext>
            </a:extLst>
          </p:cNvPr>
          <p:cNvSpPr>
            <a:spLocks xmlns:a="http://schemas.openxmlformats.org/drawingml/2006/main" noGrp="1"/>
          </p:cNvSpPr>
          <p:nvPr/>
        </p:nvSpPr>
        <p:spPr>
          <a:xfrm xmlns:a="http://schemas.openxmlformats.org/drawingml/2006/main">
            <a:off x="832104" y="5888736"/>
            <a:ext cx="10515600"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ผลต่างเกี่ยวกับทิศภาพ แต่ฉากและแสงก็ต่างกัน; ยังสรุปความแม่นยำของทั้ง 59 ภาพไม่ได้</a:t>
            </a:r>
          </a:p>
        </p:txBody>
      </p:sp>
    </p:spTree>
    <p:extLst>
      <p:ext uri="{BB962C8B-B14F-4D97-AF65-F5344CB8AC3E}">
        <p14:creationId xmlns:p14="http://schemas.microsoft.com/office/powerpoint/2010/main" val="1234757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EA5AA35-269F-4442-8014-FDBDBDCE6724}"/>
              </a:ext>
            </a:extLst>
          </p:cNvPr>
          <p:cNvSpPr>
            <a:spLocks xmlns:a="http://schemas.openxmlformats.org/drawingml/2006/main" noGrp="1"/>
          </p:cNvSpPr>
          <p:nvPr/>
        </p:nvSpPr>
        <p:spPr>
          <a:xfrm xmlns:a="http://schemas.openxmlformats.org/drawingml/2006/main">
            <a:off x="621792" y="384048"/>
            <a:ext cx="10972800" cy="3960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599" b="1">
                <a:solidFill>
                  <a:srgbClr val="1D2A5D"/>
                </a:solidFill>
                <a:latin typeface="Tahoma"/>
                <a:ea typeface="Tahoma"/>
                <a:cs typeface="Tahoma"/>
              </a:defRPr>
            </a:defPPr>
            <a:lvl1pPr algn="l">
              <a:buNone/>
              <a:defRPr sz="2599" b="1">
                <a:solidFill>
                  <a:srgbClr val="1D2A5D"/>
                </a:solidFill>
                <a:latin typeface="Tahoma"/>
                <a:ea typeface="Tahoma"/>
                <a:cs typeface="Tahoma"/>
              </a:defRPr>
            </a:lvl1pPr>
            <a:lvl2pPr algn="l">
              <a:buNone/>
              <a:defRPr sz="2599" b="1">
                <a:solidFill>
                  <a:srgbClr val="1D2A5D"/>
                </a:solidFill>
                <a:latin typeface="Tahoma"/>
                <a:ea typeface="Tahoma"/>
                <a:cs typeface="Tahoma"/>
              </a:defRPr>
            </a:lvl2pPr>
            <a:lvl3pPr algn="l">
              <a:buNone/>
              <a:defRPr sz="2599" b="1">
                <a:solidFill>
                  <a:srgbClr val="1D2A5D"/>
                </a:solidFill>
                <a:latin typeface="Tahoma"/>
                <a:ea typeface="Tahoma"/>
                <a:cs typeface="Tahoma"/>
              </a:defRPr>
            </a:lvl3pPr>
            <a:lvl4pPr algn="l">
              <a:buNone/>
              <a:defRPr sz="2599" b="1">
                <a:solidFill>
                  <a:srgbClr val="1D2A5D"/>
                </a:solidFill>
                <a:latin typeface="Tahoma"/>
                <a:ea typeface="Tahoma"/>
                <a:cs typeface="Tahoma"/>
              </a:defRPr>
            </a:lvl4pPr>
            <a:lvl5pPr algn="l">
              <a:buNone/>
              <a:defRPr sz="2599" b="1">
                <a:solidFill>
                  <a:srgbClr val="1D2A5D"/>
                </a:solidFill>
                <a:latin typeface="Tahoma"/>
                <a:ea typeface="Tahoma"/>
                <a:cs typeface="Tahoma"/>
              </a:defRPr>
            </a:lvl5pPr>
            <a:lvl6pPr algn="l">
              <a:buNone/>
              <a:defRPr sz="2599" b="1">
                <a:solidFill>
                  <a:srgbClr val="1D2A5D"/>
                </a:solidFill>
                <a:latin typeface="Tahoma"/>
                <a:ea typeface="Tahoma"/>
                <a:cs typeface="Tahoma"/>
              </a:defRPr>
            </a:lvl6pPr>
            <a:lvl7pPr algn="l">
              <a:buNone/>
              <a:defRPr sz="2599" b="1">
                <a:solidFill>
                  <a:srgbClr val="1D2A5D"/>
                </a:solidFill>
                <a:latin typeface="Tahoma"/>
                <a:ea typeface="Tahoma"/>
                <a:cs typeface="Tahoma"/>
              </a:defRPr>
            </a:lvl7pPr>
            <a:lvl8pPr algn="l">
              <a:buNone/>
              <a:defRPr sz="2599" b="1">
                <a:solidFill>
                  <a:srgbClr val="1D2A5D"/>
                </a:solidFill>
                <a:latin typeface="Tahoma"/>
                <a:ea typeface="Tahoma"/>
                <a:cs typeface="Tahoma"/>
              </a:defRPr>
            </a:lvl8pPr>
            <a:lvl9pPr algn="l">
              <a:buNone/>
              <a:defRPr sz="2599" b="1">
                <a:solidFill>
                  <a:srgbClr val="1D2A5D"/>
                </a:solidFill>
                <a:latin typeface="Tahoma"/>
                <a:ea typeface="Tahoma"/>
                <a:cs typeface="Tahoma"/>
              </a:defRPr>
            </a:lvl9pPr>
          </a:lstStyle>
          <a:p xmlns:a="http://schemas.openxmlformats.org/drawingml/2006/main">
            <a:pPr algn="l">
              <a:spcAft>
                <a:spcPts val="400"/>
              </a:spcAft>
              <a:buNone/>
              <a:defRPr sz="2599" b="1">
                <a:solidFill>
                  <a:srgbClr val="1D2A5D"/>
                </a:solidFill>
                <a:latin typeface="Tahoma"/>
                <a:ea typeface="Tahoma"/>
                <a:cs typeface="Tahoma"/>
              </a:defRPr>
            </a:pPr>
            <a:r>
              <a:rPr sz="2599" b="1">
                <a:solidFill>
                  <a:srgbClr val="1D2A5D"/>
                </a:solidFill>
                <a:latin typeface="Tahoma"/>
                <a:ea typeface="Tahoma"/>
                <a:cs typeface="Tahoma"/>
              </a:rPr>
              <a:t>OCR ยังผิดพลาดสูงเมื่อเทียบข้อความหนึ่งรอบ</a:t>
            </a:r>
          </a:p>
        </p:txBody>
      </p:sp>
      <p:sp>
        <p:nvSpPr>
          <p:cNvPr id="3" name="TextBox 2">
            <a:extLst xmlns:a="http://schemas.openxmlformats.org/drawingml/2006/main">
              <a:ext uri="{FF2B5EF4-FFF2-40B4-BE49-F238E27FC236}">
                <a16:creationId xmlns:a16="http://schemas.microsoft.com/office/drawing/2014/main" id="{D9EC8B39-1749-4716-A281-791489198B78}"/>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เปรียบเทียบพิกเซลภาพเดียวกัน 24 ภาพ รวม 28,011 ตัวอักษรอ้างอิง</a:t>
            </a:r>
          </a:p>
        </p:txBody>
      </p:sp>
      <p:sp>
        <p:nvSpPr>
          <p:cNvPr id="4" name="Connector 3">
            <a:extLst xmlns:a="http://schemas.openxmlformats.org/drawingml/2006/main">
              <a:ext uri="{FF2B5EF4-FFF2-40B4-BE49-F238E27FC236}">
                <a16:creationId xmlns:a16="http://schemas.microsoft.com/office/drawing/2014/main" id="{14239B30-7887-4DF8-B0EC-A7FD2703730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6685FEF8-4635-422C-8EB1-C49B372D9C0B}"/>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7445E4E1-3D80-43A1-912A-75C3BFFEA433}"/>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15</a:t>
            </a:r>
          </a:p>
        </p:txBody>
      </p:sp>
      <p:sp>
        <p:nvSpPr>
          <p:cNvPr id="7" name="Rounded Rectangle 6">
            <a:extLst xmlns:a="http://schemas.openxmlformats.org/drawingml/2006/main">
              <a:ext uri="{FF2B5EF4-FFF2-40B4-BE49-F238E27FC236}">
                <a16:creationId xmlns:a16="http://schemas.microsoft.com/office/drawing/2014/main" id="{7F128136-FF91-40E9-BBCF-6BAE8CC22313}"/>
              </a:ext>
            </a:extLst>
          </p:cNvPr>
          <p:cNvSpPr>
            <a:spLocks xmlns:a="http://schemas.openxmlformats.org/drawingml/2006/main" noGrp="1"/>
          </p:cNvSpPr>
          <p:nvPr/>
        </p:nvSpPr>
        <p:spPr>
          <a:xfrm xmlns:a="http://schemas.openxmlformats.org/drawingml/2006/main">
            <a:off x="731520" y="1655064"/>
            <a:ext cx="5212080" cy="3502152"/>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F600B1A7-D92A-4190-B420-8B711BDE4DAE}"/>
              </a:ext>
            </a:extLst>
          </p:cNvPr>
          <p:cNvSpPr>
            <a:spLocks xmlns:a="http://schemas.openxmlformats.org/drawingml/2006/main" noGrp="1"/>
          </p:cNvSpPr>
          <p:nvPr/>
        </p:nvSpPr>
        <p:spPr>
          <a:xfrm xmlns:a="http://schemas.openxmlformats.org/drawingml/2006/main">
            <a:off x="6208776" y="1655064"/>
            <a:ext cx="5212080" cy="3502152"/>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22BEA21-6558-4075-ABB4-225A711A10AB}"/>
              </a:ext>
            </a:extLst>
          </p:cNvPr>
          <p:cNvSpPr>
            <a:spLocks xmlns:a="http://schemas.openxmlformats.org/drawingml/2006/main" noGrp="1"/>
          </p:cNvSpPr>
          <p:nvPr/>
        </p:nvSpPr>
        <p:spPr>
          <a:xfrm xmlns:a="http://schemas.openxmlformats.org/drawingml/2006/main">
            <a:off x="1005840" y="1901952"/>
            <a:ext cx="4590288"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EasyOCR ไทย / อังกฤษ</a:t>
            </a:r>
          </a:p>
        </p:txBody>
      </p:sp>
      <p:sp>
        <p:nvSpPr>
          <p:cNvPr id="10" name="TextBox 9">
            <a:extLst xmlns:a="http://schemas.openxmlformats.org/drawingml/2006/main">
              <a:ext uri="{FF2B5EF4-FFF2-40B4-BE49-F238E27FC236}">
                <a16:creationId xmlns:a16="http://schemas.microsoft.com/office/drawing/2014/main" id="{44CF7FF9-4A48-44D3-8C97-7830C54E67E9}"/>
              </a:ext>
            </a:extLst>
          </p:cNvPr>
          <p:cNvSpPr>
            <a:spLocks xmlns:a="http://schemas.openxmlformats.org/drawingml/2006/main" noGrp="1"/>
          </p:cNvSpPr>
          <p:nvPr/>
        </p:nvSpPr>
        <p:spPr>
          <a:xfrm xmlns:a="http://schemas.openxmlformats.org/drawingml/2006/main">
            <a:off x="1005840" y="2505456"/>
            <a:ext cx="4617720"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micro CER 82.36%</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ค่า CER ต่ำ หมายถึงผิดน้อย</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ตัวหารเป็นตัวอักษรอ้างอิง</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ยังมีข้อผิดพลาดจากภาพและเฉลย</a:t>
            </a:r>
          </a:p>
        </p:txBody>
      </p:sp>
      <p:sp>
        <p:nvSpPr>
          <p:cNvPr id="11" name="TextBox 10">
            <a:extLst xmlns:a="http://schemas.openxmlformats.org/drawingml/2006/main">
              <a:ext uri="{FF2B5EF4-FFF2-40B4-BE49-F238E27FC236}">
                <a16:creationId xmlns:a16="http://schemas.microsoft.com/office/drawing/2014/main" id="{51FFC864-6910-4A80-8A73-4DA3331A3971}"/>
              </a:ext>
            </a:extLst>
          </p:cNvPr>
          <p:cNvSpPr>
            <a:spLocks xmlns:a="http://schemas.openxmlformats.org/drawingml/2006/main" noGrp="1"/>
          </p:cNvSpPr>
          <p:nvPr/>
        </p:nvSpPr>
        <p:spPr>
          <a:xfrm xmlns:a="http://schemas.openxmlformats.org/drawingml/2006/main">
            <a:off x="6483096" y="1901952"/>
            <a:ext cx="4608576"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Tesseract ไทย / อังกฤษ</a:t>
            </a:r>
          </a:p>
        </p:txBody>
      </p:sp>
      <p:sp>
        <p:nvSpPr>
          <p:cNvPr id="12" name="TextBox 11">
            <a:extLst xmlns:a="http://schemas.openxmlformats.org/drawingml/2006/main">
              <a:ext uri="{FF2B5EF4-FFF2-40B4-BE49-F238E27FC236}">
                <a16:creationId xmlns:a16="http://schemas.microsoft.com/office/drawing/2014/main" id="{17B50500-238D-460E-9499-59A5C760B7CA}"/>
              </a:ext>
            </a:extLst>
          </p:cNvPr>
          <p:cNvSpPr>
            <a:spLocks xmlns:a="http://schemas.openxmlformats.org/drawingml/2006/main" noGrp="1"/>
          </p:cNvSpPr>
          <p:nvPr/>
        </p:nvSpPr>
        <p:spPr>
          <a:xfrm xmlns:a="http://schemas.openxmlformats.org/drawingml/2006/main">
            <a:off x="6483096" y="2505456"/>
            <a:ext cx="4590288"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micro CER 94.57%</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ใช้ตัวอ่านผล TSV ที่แก้แล้ว</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รัน OCR ใหม่ครบ 59 ภาพ</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คิด CER เฉพาะภาพผ่านเกณฑ์</a:t>
            </a:r>
          </a:p>
        </p:txBody>
      </p:sp>
      <p:sp>
        <p:nvSpPr>
          <p:cNvPr id="13" name="Rounded Rectangle 12">
            <a:extLst xmlns:a="http://schemas.openxmlformats.org/drawingml/2006/main">
              <a:ext uri="{FF2B5EF4-FFF2-40B4-BE49-F238E27FC236}">
                <a16:creationId xmlns:a16="http://schemas.microsoft.com/office/drawing/2014/main" id="{D602E631-0282-4106-8902-6B8328DC4A8A}"/>
              </a:ext>
            </a:extLst>
          </p:cNvPr>
          <p:cNvSpPr>
            <a:spLocks xmlns:a="http://schemas.openxmlformats.org/drawingml/2006/main" noGrp="1"/>
          </p:cNvSpPr>
          <p:nvPr/>
        </p:nvSpPr>
        <p:spPr>
          <a:xfrm xmlns:a="http://schemas.openxmlformats.org/drawingml/2006/main">
            <a:off x="3502152" y="5486400"/>
            <a:ext cx="5184648"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CA28CA33-5DBF-4E0E-9350-89C1A347F038}"/>
              </a:ext>
            </a:extLst>
          </p:cNvPr>
          <p:cNvSpPr>
            <a:spLocks xmlns:a="http://schemas.openxmlformats.org/drawingml/2006/main" noGrp="1"/>
          </p:cNvSpPr>
          <p:nvPr/>
        </p:nvSpPr>
        <p:spPr>
          <a:xfrm xmlns:a="http://schemas.openxmlformats.org/drawingml/2006/main">
            <a:off x="3593592" y="5536692"/>
            <a:ext cx="5001768"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ctr">
              <a:defRPr sz="1300" b="1">
                <a:solidFill>
                  <a:srgbClr val="FFFFFF"/>
                </a:solidFill>
                <a:latin typeface="Tahoma"/>
                <a:ea typeface="Tahoma"/>
                <a:cs typeface="Tahoma"/>
              </a:defRPr>
            </a:defPPr>
            <a:lvl1pPr algn="ctr">
              <a:buNone/>
              <a:defRPr sz="1300" b="1">
                <a:solidFill>
                  <a:srgbClr val="FFFFFF"/>
                </a:solidFill>
                <a:latin typeface="Tahoma"/>
                <a:ea typeface="Tahoma"/>
                <a:cs typeface="Tahoma"/>
              </a:defRPr>
            </a:lvl1pPr>
            <a:lvl2pPr algn="ctr">
              <a:buNone/>
              <a:defRPr sz="1300" b="1">
                <a:solidFill>
                  <a:srgbClr val="FFFFFF"/>
                </a:solidFill>
                <a:latin typeface="Tahoma"/>
                <a:ea typeface="Tahoma"/>
                <a:cs typeface="Tahoma"/>
              </a:defRPr>
            </a:lvl2pPr>
            <a:lvl3pPr algn="ctr">
              <a:buNone/>
              <a:defRPr sz="1300" b="1">
                <a:solidFill>
                  <a:srgbClr val="FFFFFF"/>
                </a:solidFill>
                <a:latin typeface="Tahoma"/>
                <a:ea typeface="Tahoma"/>
                <a:cs typeface="Tahoma"/>
              </a:defRPr>
            </a:lvl3pPr>
            <a:lvl4pPr algn="ctr">
              <a:buNone/>
              <a:defRPr sz="1300" b="1">
                <a:solidFill>
                  <a:srgbClr val="FFFFFF"/>
                </a:solidFill>
                <a:latin typeface="Tahoma"/>
                <a:ea typeface="Tahoma"/>
                <a:cs typeface="Tahoma"/>
              </a:defRPr>
            </a:lvl4pPr>
            <a:lvl5pPr algn="ctr">
              <a:buNone/>
              <a:defRPr sz="1300" b="1">
                <a:solidFill>
                  <a:srgbClr val="FFFFFF"/>
                </a:solidFill>
                <a:latin typeface="Tahoma"/>
                <a:ea typeface="Tahoma"/>
                <a:cs typeface="Tahoma"/>
              </a:defRPr>
            </a:lvl5pPr>
            <a:lvl6pPr algn="ctr">
              <a:buNone/>
              <a:defRPr sz="1300" b="1">
                <a:solidFill>
                  <a:srgbClr val="FFFFFF"/>
                </a:solidFill>
                <a:latin typeface="Tahoma"/>
                <a:ea typeface="Tahoma"/>
                <a:cs typeface="Tahoma"/>
              </a:defRPr>
            </a:lvl6pPr>
            <a:lvl7pPr algn="ctr">
              <a:buNone/>
              <a:defRPr sz="1300" b="1">
                <a:solidFill>
                  <a:srgbClr val="FFFFFF"/>
                </a:solidFill>
                <a:latin typeface="Tahoma"/>
                <a:ea typeface="Tahoma"/>
                <a:cs typeface="Tahoma"/>
              </a:defRPr>
            </a:lvl7pPr>
            <a:lvl8pPr algn="ctr">
              <a:buNone/>
              <a:defRPr sz="1300" b="1">
                <a:solidFill>
                  <a:srgbClr val="FFFFFF"/>
                </a:solidFill>
                <a:latin typeface="Tahoma"/>
                <a:ea typeface="Tahoma"/>
                <a:cs typeface="Tahoma"/>
              </a:defRPr>
            </a:lvl8pPr>
            <a:lvl9pPr algn="ctr">
              <a:buNone/>
              <a:defRPr sz="1300" b="1">
                <a:solidFill>
                  <a:srgbClr val="FFFFFF"/>
                </a:solidFill>
                <a:latin typeface="Tahoma"/>
                <a:ea typeface="Tahoma"/>
                <a:cs typeface="Tahoma"/>
              </a:defRPr>
            </a:lvl9pPr>
          </a:lstStyle>
          <a:p xmlns:a="http://schemas.openxmlformats.org/drawingml/2006/main">
            <a:pPr algn="ctr">
              <a:spcAft>
                <a:spcPts val="400"/>
              </a:spcAft>
              <a:buNone/>
              <a:defRPr sz="1300" b="1">
                <a:solidFill>
                  <a:srgbClr val="FFFFFF"/>
                </a:solidFill>
                <a:latin typeface="Tahoma"/>
                <a:ea typeface="Tahoma"/>
                <a:cs typeface="Tahoma"/>
              </a:defRPr>
            </a:pPr>
            <a:r>
              <a:rPr sz="1300" b="1">
                <a:solidFill>
                  <a:srgbClr val="FFFFFF"/>
                </a:solidFill>
                <a:latin typeface="Tahoma"/>
                <a:ea typeface="Tahoma"/>
                <a:cs typeface="Tahoma"/>
              </a:rPr>
              <a:t>ผลเชิงพรรณนา ไม่ใช่คะแนนชุดทดสอบอิสระ</a:t>
            </a:r>
          </a:p>
        </p:txBody>
      </p:sp>
    </p:spTree>
    <p:extLst>
      <p:ext uri="{BB962C8B-B14F-4D97-AF65-F5344CB8AC3E}">
        <p14:creationId xmlns:p14="http://schemas.microsoft.com/office/powerpoint/2010/main" val="13717335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AA6824-18CA-44AC-8FF3-B21AA821E7EC}"/>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เดโมบน PC: จากภาพไปสู่กรอบเอกสาร</a:t>
            </a:r>
          </a:p>
        </p:txBody>
      </p:sp>
      <p:sp>
        <p:nvSpPr>
          <p:cNvPr id="3" name="TextBox 2">
            <a:extLst xmlns:a="http://schemas.openxmlformats.org/drawingml/2006/main">
              <a:ext uri="{FF2B5EF4-FFF2-40B4-BE49-F238E27FC236}">
                <a16:creationId xmlns:a16="http://schemas.microsoft.com/office/drawing/2014/main" id="{760EC579-BA76-4299-B99B-0B8081C32187}"/>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ตัวอย่างจริงจากชุดตรวจฉากเดิม แสดงภาพต้นฉบับคู่กับผล YOLOv8n</a:t>
            </a:r>
          </a:p>
        </p:txBody>
      </p:sp>
      <p:sp>
        <p:nvSpPr>
          <p:cNvPr id="4" name="Connector 3">
            <a:extLst xmlns:a="http://schemas.openxmlformats.org/drawingml/2006/main">
              <a:ext uri="{FF2B5EF4-FFF2-40B4-BE49-F238E27FC236}">
                <a16:creationId xmlns:a16="http://schemas.microsoft.com/office/drawing/2014/main" id="{A680A15D-FD15-46F5-A5FA-6B554FCE6F2A}"/>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D8953025-D36B-4A80-92D7-745DBADFE21D}"/>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E570B70A-F951-418D-97A6-D69FE43E29D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16</a:t>
            </a:r>
          </a:p>
        </p:txBody>
      </p:sp>
      <p:sp>
        <p:nvSpPr>
          <p:cNvPr id="7" name="TextBox 6">
            <a:extLst xmlns:a="http://schemas.openxmlformats.org/drawingml/2006/main">
              <a:ext uri="{FF2B5EF4-FFF2-40B4-BE49-F238E27FC236}">
                <a16:creationId xmlns:a16="http://schemas.microsoft.com/office/drawing/2014/main" id="{69A17C3F-AB7D-43FE-BBD0-57E05BE9BB27}"/>
              </a:ext>
            </a:extLst>
          </p:cNvPr>
          <p:cNvSpPr>
            <a:spLocks xmlns:a="http://schemas.openxmlformats.org/drawingml/2006/main" noGrp="1"/>
          </p:cNvSpPr>
          <p:nvPr/>
        </p:nvSpPr>
        <p:spPr>
          <a:xfrm xmlns:a="http://schemas.openxmlformats.org/drawingml/2006/main">
            <a:off x="1024128" y="1499616"/>
            <a:ext cx="242316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700" b="1">
                <a:solidFill>
                  <a:srgbClr val="1D2A5D"/>
                </a:solidFill>
                <a:latin typeface="Tahoma"/>
                <a:ea typeface="Tahoma"/>
                <a:cs typeface="Tahoma"/>
              </a:defRPr>
            </a:pPr>
            <a:r>
              <a:rPr>
                <a:latin typeface="Tahoma"/>
                <a:ea typeface="Tahoma"/>
                <a:cs typeface="Tahoma"/>
              </a:rPr>
              <a:t>ภาพต้นฉบับ</a:t>
            </a:r>
          </a:p>
        </p:txBody>
      </p:sp>
      <p:sp>
        <p:nvSpPr>
          <p:cNvPr id="8" name="TextBox 7">
            <a:extLst xmlns:a="http://schemas.openxmlformats.org/drawingml/2006/main">
              <a:ext uri="{FF2B5EF4-FFF2-40B4-BE49-F238E27FC236}">
                <a16:creationId xmlns:a16="http://schemas.microsoft.com/office/drawing/2014/main" id="{930C71DD-D6D0-4240-B10D-621B1C834852}"/>
              </a:ext>
            </a:extLst>
          </p:cNvPr>
          <p:cNvSpPr>
            <a:spLocks xmlns:a="http://schemas.openxmlformats.org/drawingml/2006/main" noGrp="1"/>
          </p:cNvSpPr>
          <p:nvPr/>
        </p:nvSpPr>
        <p:spPr>
          <a:xfrm xmlns:a="http://schemas.openxmlformats.org/drawingml/2006/main">
            <a:off x="3867912" y="1499616"/>
            <a:ext cx="242316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700" b="1">
                <a:solidFill>
                  <a:srgbClr val="1D2A5D"/>
                </a:solidFill>
                <a:latin typeface="Tahoma"/>
                <a:ea typeface="Tahoma"/>
                <a:cs typeface="Tahoma"/>
              </a:defRPr>
            </a:pPr>
            <a:r>
              <a:rPr>
                <a:latin typeface="Tahoma"/>
                <a:ea typeface="Tahoma"/>
                <a:cs typeface="Tahoma"/>
              </a:rPr>
              <a:t>ผลตรวจจับบน PC</a:t>
            </a:r>
          </a:p>
        </p:txBody>
      </p:sp>
      <p:pic>
        <p:nvPicPr>
          <p:cNvPr id="9" name="Picture 8">
            <a:extLst xmlns:a="http://schemas.openxmlformats.org/drawingml/2006/main">
              <a:ext uri="{FF2B5EF4-FFF2-40B4-BE49-F238E27FC236}">
                <a16:creationId xmlns:a16="http://schemas.microsoft.com/office/drawing/2014/main" id="{B87007CD-C744-4C54-B02B-5C6A44D6B60C}"/>
              </a:ext>
            </a:extLst>
          </p:cNvPr>
          <p:cNvPicPr>
            <a:picLocks xmlns:a="http://schemas.openxmlformats.org/drawingml/2006/main" noChangeAspect="1"/>
          </p:cNvPicPr>
          <p:nvPr/>
        </p:nvPicPr>
        <p:blipFill>
          <a:blip xmlns:r="http://schemas.openxmlformats.org/officeDocument/2006/relationships" xmlns:a="http://schemas.openxmlformats.org/drawingml/2006/main" r:embed="R2f765f8d51084b41"/>
          <a:stretch xmlns:a="http://schemas.openxmlformats.org/drawingml/2006/main">
            <a:fillRect l="0" t="0" r="0" b="0"/>
          </a:stretch>
        </p:blipFill>
        <p:spPr>
          <a:xfrm xmlns:a="http://schemas.openxmlformats.org/drawingml/2006/main">
            <a:off x="1042415" y="1856231"/>
            <a:ext cx="2377440" cy="4215384"/>
          </a:xfrm>
          <a:prstGeom xmlns:a="http://schemas.openxmlformats.org/drawingml/2006/main" prst="rect">
            <a:avLst/>
          </a:prstGeom>
        </p:spPr>
      </p:pic>
      <p:pic>
        <p:nvPicPr>
          <p:cNvPr id="10" name="Picture 9">
            <a:extLst xmlns:a="http://schemas.openxmlformats.org/drawingml/2006/main">
              <a:ext uri="{FF2B5EF4-FFF2-40B4-BE49-F238E27FC236}">
                <a16:creationId xmlns:a16="http://schemas.microsoft.com/office/drawing/2014/main" id="{F290CC0E-A892-433D-AE23-D3AB45B3FF96}"/>
              </a:ext>
            </a:extLst>
          </p:cNvPr>
          <p:cNvPicPr>
            <a:picLocks xmlns:a="http://schemas.openxmlformats.org/drawingml/2006/main" noChangeAspect="1"/>
          </p:cNvPicPr>
          <p:nvPr/>
        </p:nvPicPr>
        <p:blipFill>
          <a:blip xmlns:r="http://schemas.openxmlformats.org/officeDocument/2006/relationships" xmlns:a="http://schemas.openxmlformats.org/drawingml/2006/main" r:embed="Rf3638b0c3ad24eef"/>
          <a:stretch xmlns:a="http://schemas.openxmlformats.org/drawingml/2006/main">
            <a:fillRect l="0" t="0" r="0" b="0"/>
          </a:stretch>
        </p:blipFill>
        <p:spPr>
          <a:xfrm xmlns:a="http://schemas.openxmlformats.org/drawingml/2006/main">
            <a:off x="3886200" y="1856231"/>
            <a:ext cx="2377440" cy="4215384"/>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097FB1F1-05A3-4C33-8E96-A142D65E2531}"/>
              </a:ext>
            </a:extLst>
          </p:cNvPr>
          <p:cNvSpPr>
            <a:spLocks xmlns:a="http://schemas.openxmlformats.org/drawingml/2006/main" noGrp="1"/>
          </p:cNvSpPr>
          <p:nvPr/>
        </p:nvSpPr>
        <p:spPr>
          <a:xfrm xmlns:a="http://schemas.openxmlformats.org/drawingml/2006/main">
            <a:off x="3465576" y="3657600"/>
            <a:ext cx="338328"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12" name="Rounded Rectangle 11">
            <a:extLst xmlns:a="http://schemas.openxmlformats.org/drawingml/2006/main">
              <a:ext uri="{FF2B5EF4-FFF2-40B4-BE49-F238E27FC236}">
                <a16:creationId xmlns:a16="http://schemas.microsoft.com/office/drawing/2014/main" id="{E8BBBAD5-9217-4B77-8999-D95B8A94BDF4}"/>
              </a:ext>
            </a:extLst>
          </p:cNvPr>
          <p:cNvSpPr>
            <a:spLocks xmlns:a="http://schemas.openxmlformats.org/drawingml/2006/main" noGrp="1"/>
          </p:cNvSpPr>
          <p:nvPr/>
        </p:nvSpPr>
        <p:spPr>
          <a:xfrm xmlns:a="http://schemas.openxmlformats.org/drawingml/2006/main">
            <a:off x="6748272" y="1856231"/>
            <a:ext cx="4636008" cy="421538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61B5BB2-2E0E-450E-A96C-E21485196914}"/>
              </a:ext>
            </a:extLst>
          </p:cNvPr>
          <p:cNvSpPr>
            <a:spLocks xmlns:a="http://schemas.openxmlformats.org/drawingml/2006/main" noGrp="1"/>
          </p:cNvSpPr>
          <p:nvPr/>
        </p:nvSpPr>
        <p:spPr>
          <a:xfrm xmlns:a="http://schemas.openxmlformats.org/drawingml/2006/main">
            <a:off x="7040880" y="2121408"/>
            <a:ext cx="4069080" cy="4389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สิ่งที่สาธิต</a:t>
            </a:r>
          </a:p>
        </p:txBody>
      </p:sp>
      <p:sp>
        <p:nvSpPr>
          <p:cNvPr id="14" name="TextBox 13">
            <a:extLst xmlns:a="http://schemas.openxmlformats.org/drawingml/2006/main">
              <a:ext uri="{FF2B5EF4-FFF2-40B4-BE49-F238E27FC236}">
                <a16:creationId xmlns:a16="http://schemas.microsoft.com/office/drawing/2014/main" id="{3A2E27BE-DC09-48A0-934A-B7E7B133E5CE}"/>
              </a:ext>
            </a:extLst>
          </p:cNvPr>
          <p:cNvSpPr>
            <a:spLocks xmlns:a="http://schemas.openxmlformats.org/drawingml/2006/main" noGrp="1"/>
          </p:cNvSpPr>
          <p:nvPr/>
        </p:nvSpPr>
        <p:spPr>
          <a:xfrm xmlns:a="http://schemas.openxmlformats.org/drawingml/2006/main">
            <a:off x="7040880" y="2761488"/>
            <a:ext cx="3904487" cy="2148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โมเดลจากการฝึก 38 ภาพบน PC CPU</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ภาพนี้อยู่ในชุดตรวจฉากเดิม 10 ภาพ</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แสดง 1 กรอบที่ confidence 0.981</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ตั้งเกณฑ์แสดงผล confidence ≥ 0.80</a:t>
            </a:r>
          </a:p>
        </p:txBody>
      </p:sp>
      <p:sp>
        <p:nvSpPr>
          <p:cNvPr id="15" name="TextBox 14">
            <a:extLst xmlns:a="http://schemas.openxmlformats.org/drawingml/2006/main">
              <a:ext uri="{FF2B5EF4-FFF2-40B4-BE49-F238E27FC236}">
                <a16:creationId xmlns:a16="http://schemas.microsoft.com/office/drawing/2014/main" id="{EC56CF8E-9387-4D43-961F-D9E366F673B6}"/>
              </a:ext>
            </a:extLst>
          </p:cNvPr>
          <p:cNvSpPr>
            <a:spLocks xmlns:a="http://schemas.openxmlformats.org/drawingml/2006/main" noGrp="1"/>
          </p:cNvSpPr>
          <p:nvPr/>
        </p:nvSpPr>
        <p:spPr>
          <a:xfrm xmlns:a="http://schemas.openxmlformats.org/drawingml/2006/main">
            <a:off x="7040880" y="5276088"/>
            <a:ext cx="4005072" cy="5852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1">
                <a:solidFill>
                  <a:srgbClr val="C05C2B"/>
                </a:solidFill>
                <a:latin typeface="Tahoma"/>
                <a:ea typeface="Tahoma"/>
                <a:cs typeface="Tahoma"/>
              </a:defRPr>
            </a:pPr>
            <a:r>
              <a:rPr>
                <a:latin typeface="Tahoma"/>
                <a:ea typeface="Tahoma"/>
                <a:cs typeface="Tahoma"/>
              </a:rPr>
              <a:t>ภาพตัวอย่างหนึ่งภาพ ไม่ใช่ผลทดสอบข้ามฉากหรือผลบน NPU</a:t>
            </a:r>
          </a:p>
        </p:txBody>
      </p:sp>
    </p:spTree>
    <p:extLst>
      <p:ext uri="{BB962C8B-B14F-4D97-AF65-F5344CB8AC3E}">
        <p14:creationId xmlns:p14="http://schemas.microsoft.com/office/powerpoint/2010/main" val="8199915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154F5C-5D58-488D-AF96-526059EDF4CA}"/>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buNone/>
              <a:defRPr sz="2663" b="1">
                <a:solidFill>
                  <a:srgbClr val="1D2A5D"/>
                </a:solidFill>
                <a:latin typeface="Tahoma"/>
                <a:ea typeface="Tahoma"/>
                <a:cs typeface="Tahoma"/>
              </a:defRPr>
            </a:lvl1pPr>
            <a:lvl2pPr algn="l">
              <a:buNone/>
              <a:defRPr sz="2663" b="1">
                <a:solidFill>
                  <a:srgbClr val="1D2A5D"/>
                </a:solidFill>
                <a:latin typeface="Tahoma"/>
                <a:ea typeface="Tahoma"/>
                <a:cs typeface="Tahoma"/>
              </a:defRPr>
            </a:lvl2pPr>
            <a:lvl3pPr algn="l">
              <a:buNone/>
              <a:defRPr sz="2663" b="1">
                <a:solidFill>
                  <a:srgbClr val="1D2A5D"/>
                </a:solidFill>
                <a:latin typeface="Tahoma"/>
                <a:ea typeface="Tahoma"/>
                <a:cs typeface="Tahoma"/>
              </a:defRPr>
            </a:lvl3pPr>
            <a:lvl4pPr algn="l">
              <a:buNone/>
              <a:defRPr sz="2663" b="1">
                <a:solidFill>
                  <a:srgbClr val="1D2A5D"/>
                </a:solidFill>
                <a:latin typeface="Tahoma"/>
                <a:ea typeface="Tahoma"/>
                <a:cs typeface="Tahoma"/>
              </a:defRPr>
            </a:lvl4pPr>
            <a:lvl5pPr algn="l">
              <a:buNone/>
              <a:defRPr sz="2663" b="1">
                <a:solidFill>
                  <a:srgbClr val="1D2A5D"/>
                </a:solidFill>
                <a:latin typeface="Tahoma"/>
                <a:ea typeface="Tahoma"/>
                <a:cs typeface="Tahoma"/>
              </a:defRPr>
            </a:lvl5pPr>
            <a:lvl6pPr algn="l">
              <a:buNone/>
              <a:defRPr sz="2663" b="1">
                <a:solidFill>
                  <a:srgbClr val="1D2A5D"/>
                </a:solidFill>
                <a:latin typeface="Tahoma"/>
                <a:ea typeface="Tahoma"/>
                <a:cs typeface="Tahoma"/>
              </a:defRPr>
            </a:lvl6pPr>
            <a:lvl7pPr algn="l">
              <a:buNone/>
              <a:defRPr sz="2663" b="1">
                <a:solidFill>
                  <a:srgbClr val="1D2A5D"/>
                </a:solidFill>
                <a:latin typeface="Tahoma"/>
                <a:ea typeface="Tahoma"/>
                <a:cs typeface="Tahoma"/>
              </a:defRPr>
            </a:lvl7pPr>
            <a:lvl8pPr algn="l">
              <a:buNone/>
              <a:defRPr sz="2663" b="1">
                <a:solidFill>
                  <a:srgbClr val="1D2A5D"/>
                </a:solidFill>
                <a:latin typeface="Tahoma"/>
                <a:ea typeface="Tahoma"/>
                <a:cs typeface="Tahoma"/>
              </a:defRPr>
            </a:lvl8pPr>
            <a:lvl9pPr algn="l">
              <a:buNone/>
              <a:defRPr sz="2663" b="1">
                <a:solidFill>
                  <a:srgbClr val="1D2A5D"/>
                </a:solidFill>
                <a:latin typeface="Tahoma"/>
                <a:ea typeface="Tahoma"/>
                <a:cs typeface="Tahoma"/>
              </a:defRPr>
            </a:lvl9pPr>
          </a:lstStyle>
          <a:p xmlns:a="http://schemas.openxmlformats.org/drawingml/2006/main">
            <a:pPr algn="l">
              <a:buNone/>
              <a:defRPr sz="2663" b="1">
                <a:solidFill>
                  <a:srgbClr val="1D2A5D"/>
                </a:solidFill>
                <a:latin typeface="Tahoma"/>
                <a:ea typeface="Tahoma"/>
                <a:cs typeface="Tahoma"/>
              </a:defRPr>
            </a:pPr>
            <a:r>
              <a:rPr sz="2663" b="1">
                <a:solidFill>
                  <a:srgbClr val="1D2A5D"/>
                </a:solidFill>
                <a:latin typeface="Tahoma"/>
                <a:ea typeface="Tahoma"/>
                <a:cs typeface="Tahoma"/>
              </a:rPr>
              <a:t>ผล Local LLM ด้านรูปแบบ JSON</a:t>
            </a:r>
          </a:p>
        </p:txBody>
      </p:sp>
      <p:sp>
        <p:nvSpPr>
          <p:cNvPr id="2" name="">
            <a:extLst xmlns:a="http://schemas.openxmlformats.org/drawingml/2006/main">
              <a:ext uri="{FF2B5EF4-FFF2-40B4-BE49-F238E27FC236}">
                <a16:creationId xmlns:a16="http://schemas.microsoft.com/office/drawing/2014/main" id="{B4B40F91-9903-4A00-8254-298369E1EB15}"/>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buNone/>
              <a:defRPr sz="1600" b="0">
                <a:solidFill>
                  <a:srgbClr val="5A7180"/>
                </a:solidFill>
                <a:latin typeface="Tahoma"/>
                <a:ea typeface="Tahoma"/>
                <a:cs typeface="Tahoma"/>
              </a:defRPr>
            </a:lvl1pPr>
            <a:lvl2pPr algn="l">
              <a:buNone/>
              <a:defRPr sz="1600" b="0">
                <a:solidFill>
                  <a:srgbClr val="5A7180"/>
                </a:solidFill>
                <a:latin typeface="Tahoma"/>
                <a:ea typeface="Tahoma"/>
                <a:cs typeface="Tahoma"/>
              </a:defRPr>
            </a:lvl2pPr>
            <a:lvl3pPr algn="l">
              <a:buNone/>
              <a:defRPr sz="1600" b="0">
                <a:solidFill>
                  <a:srgbClr val="5A7180"/>
                </a:solidFill>
                <a:latin typeface="Tahoma"/>
                <a:ea typeface="Tahoma"/>
                <a:cs typeface="Tahoma"/>
              </a:defRPr>
            </a:lvl3pPr>
            <a:lvl4pPr algn="l">
              <a:buNone/>
              <a:defRPr sz="1600" b="0">
                <a:solidFill>
                  <a:srgbClr val="5A7180"/>
                </a:solidFill>
                <a:latin typeface="Tahoma"/>
                <a:ea typeface="Tahoma"/>
                <a:cs typeface="Tahoma"/>
              </a:defRPr>
            </a:lvl4pPr>
            <a:lvl5pPr algn="l">
              <a:buNone/>
              <a:defRPr sz="1600" b="0">
                <a:solidFill>
                  <a:srgbClr val="5A7180"/>
                </a:solidFill>
                <a:latin typeface="Tahoma"/>
                <a:ea typeface="Tahoma"/>
                <a:cs typeface="Tahoma"/>
              </a:defRPr>
            </a:lvl5pPr>
            <a:lvl6pPr algn="l">
              <a:buNone/>
              <a:defRPr sz="1600" b="0">
                <a:solidFill>
                  <a:srgbClr val="5A7180"/>
                </a:solidFill>
                <a:latin typeface="Tahoma"/>
                <a:ea typeface="Tahoma"/>
                <a:cs typeface="Tahoma"/>
              </a:defRPr>
            </a:lvl6pPr>
            <a:lvl7pPr algn="l">
              <a:buNone/>
              <a:defRPr sz="1600" b="0">
                <a:solidFill>
                  <a:srgbClr val="5A7180"/>
                </a:solidFill>
                <a:latin typeface="Tahoma"/>
                <a:ea typeface="Tahoma"/>
                <a:cs typeface="Tahoma"/>
              </a:defRPr>
            </a:lvl7pPr>
            <a:lvl8pPr algn="l">
              <a:buNone/>
              <a:defRPr sz="1600" b="0">
                <a:solidFill>
                  <a:srgbClr val="5A7180"/>
                </a:solidFill>
                <a:latin typeface="Tahoma"/>
                <a:ea typeface="Tahoma"/>
                <a:cs typeface="Tahoma"/>
              </a:defRPr>
            </a:lvl8pPr>
            <a:lvl9pPr algn="l">
              <a:buNone/>
              <a:defRPr sz="1600" b="0">
                <a:solidFill>
                  <a:srgbClr val="5A7180"/>
                </a:solidFill>
                <a:latin typeface="Tahoma"/>
                <a:ea typeface="Tahoma"/>
                <a:cs typeface="Tahoma"/>
              </a:defRPr>
            </a:lvl9pPr>
          </a:lstStyle>
          <a:p xmlns:a="http://schemas.openxmlformats.org/drawingml/2006/main">
            <a:pPr algn="l">
              <a:buNone/>
              <a:defRPr sz="1600" b="0">
                <a:solidFill>
                  <a:srgbClr val="5A7180"/>
                </a:solidFill>
                <a:latin typeface="Tahoma"/>
                <a:ea typeface="Tahoma"/>
                <a:cs typeface="Tahoma"/>
              </a:defRPr>
            </a:pPr>
            <a:r>
              <a:rPr sz="1600" b="0">
                <a:solidFill>
                  <a:srgbClr val="5A7180"/>
                </a:solidFill>
                <a:latin typeface="Tahoma"/>
                <a:ea typeface="Tahoma"/>
                <a:cs typeface="Tahoma"/>
              </a:rPr>
              <a:t>Qwen3 สองขนาด สองระดับ quantization เปิดและปิด grammar</a:t>
            </a:r>
          </a:p>
        </p:txBody>
      </p:sp>
      <p:graphicFrame>
        <p:nvGraphicFramePr>
          <p:cNvPr id="3" name="">
            <a:extLst xmlns:a="http://schemas.openxmlformats.org/drawingml/2006/main">
              <a:ext uri="{FF2B5EF4-FFF2-40B4-BE49-F238E27FC236}">
                <a16:creationId xmlns:a16="http://schemas.microsoft.com/office/drawing/2014/main" id="{E380D91E-7B4F-479C-80F6-6A115B70F997}"/>
              </a:ext>
            </a:extLst>
          </p:cNvPr>
          <p:cNvGraphicFramePr/>
          <p:nvPr/>
        </p:nvGraphicFramePr>
        <p:xfrm>
          <a:off xmlns:a="http://schemas.openxmlformats.org/drawingml/2006/main" x="723900" y="1857375"/>
          <a:ext xmlns:a="http://schemas.openxmlformats.org/drawingml/2006/main" cx="10744200" cy="2905125"/>
        </p:xfrm>
        <a:graphic xmlns:a="http://schemas.openxmlformats.org/drawingml/2006/main">
          <a:graphicData uri="http://schemas.openxmlformats.org/drawingml/2006/table">
            <a:tbl>
              <a:tblPr/>
              <a:tblGrid>
                <a:gridCol w="2286000"/>
                <a:gridCol w="2114550"/>
                <a:gridCol w="2114550"/>
                <a:gridCol w="2114550"/>
                <a:gridCol w="2114550"/>
              </a:tblGrid>
              <a:tr h="581025">
                <a:tc>
                  <a:txBody>
                    <a:bodyPr/>
                    <a:lstStyle/>
                    <a:p>
                      <a:pPr algn="l">
                        <a:buNone/>
                      </a:pPr>
                      <a:r>
                        <a:rPr sz="1575" b="1">
                          <a:solidFill>
                            <a:srgbClr val="FFFFFF"/>
                          </a:solidFill>
                          <a:latin typeface="Tahoma"/>
                          <a:ea typeface="Tahoma"/>
                          <a:cs typeface="Tahoma"/>
                        </a:rPr>
                        <a:t>โมเดล</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ข้อความผู้บันทึก</a:t>
                      </a:r>
                    </a:p>
                    <a:p>
                      <a:pPr algn="ctr">
                        <a:buNone/>
                      </a:pPr>
                      <a:r>
                        <a:rPr sz="1575" b="1">
                          <a:solidFill>
                            <a:srgbClr val="FFFFFF"/>
                          </a:solidFill>
                          <a:latin typeface="Tahoma"/>
                          <a:ea typeface="Tahoma"/>
                          <a:cs typeface="Tahoma"/>
                        </a:rPr>
                        <a:t>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ข้อความผู้บันทึก</a:t>
                      </a:r>
                    </a:p>
                    <a:p>
                      <a:pPr algn="ctr">
                        <a:buNone/>
                      </a:pPr>
                      <a:r>
                        <a:rPr sz="1575" b="1">
                          <a:solidFill>
                            <a:srgbClr val="FFFFFF"/>
                          </a:solidFill>
                          <a:latin typeface="Tahoma"/>
                          <a:ea typeface="Tahoma"/>
                          <a:cs typeface="Tahoma"/>
                        </a:rPr>
                        <a:t>เปิด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 OCR</a:t>
                      </a:r>
                    </a:p>
                    <a:p>
                      <a:pPr algn="ctr">
                        <a:buNone/>
                      </a:pPr>
                      <a:r>
                        <a:rPr sz="1575" b="1">
                          <a:solidFill>
                            <a:srgbClr val="FFFFFF"/>
                          </a:solidFill>
                          <a:latin typeface="Tahoma"/>
                          <a:ea typeface="Tahoma"/>
                          <a:cs typeface="Tahoma"/>
                        </a:rPr>
                        <a:t>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 OCR</a:t>
                      </a:r>
                    </a:p>
                    <a:p>
                      <a:pPr algn="ctr">
                        <a:buNone/>
                      </a:pPr>
                      <a:r>
                        <a:rPr sz="1575" b="1">
                          <a:solidFill>
                            <a:srgbClr val="FFFFFF"/>
                          </a:solidFill>
                          <a:latin typeface="Tahoma"/>
                          <a:ea typeface="Tahoma"/>
                          <a:cs typeface="Tahoma"/>
                        </a:rPr>
                        <a:t>เปิด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581025">
                <a:tc>
                  <a:txBody>
                    <a:bodyPr/>
                    <a:lstStyle/>
                    <a:p>
                      <a:pPr algn="l">
                        <a:buNone/>
                      </a:pPr>
                      <a:r>
                        <a:rPr sz="1725" b="0">
                          <a:solidFill>
                            <a:srgbClr val="1D2F3E"/>
                          </a:solidFill>
                          <a:latin typeface="Tahoma"/>
                          <a:ea typeface="Tahoma"/>
                          <a:cs typeface="Tahoma"/>
                        </a:rPr>
                        <a:t>0.6B-Q8_0</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3/18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0/18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r>
              <a:tr h="581025">
                <a:tc>
                  <a:txBody>
                    <a:bodyPr/>
                    <a:lstStyle/>
                    <a:p>
                      <a:pPr algn="l">
                        <a:buNone/>
                      </a:pPr>
                      <a:r>
                        <a:rPr sz="1725" b="0">
                          <a:solidFill>
                            <a:srgbClr val="1D2F3E"/>
                          </a:solidFill>
                          <a:latin typeface="Tahoma"/>
                          <a:ea typeface="Tahoma"/>
                          <a:cs typeface="Tahoma"/>
                        </a:rPr>
                        <a:t>0.6B-Q4_K_M</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r>
              <a:tr h="581025">
                <a:tc>
                  <a:txBody>
                    <a:bodyPr/>
                    <a:lstStyle/>
                    <a:p>
                      <a:pPr algn="l">
                        <a:buNone/>
                      </a:pPr>
                      <a:r>
                        <a:rPr sz="1725" b="0">
                          <a:solidFill>
                            <a:srgbClr val="1D2F3E"/>
                          </a:solidFill>
                          <a:latin typeface="Tahoma"/>
                          <a:ea typeface="Tahoma"/>
                          <a:cs typeface="Tahoma"/>
                        </a:rPr>
                        <a:t>1.7B-Q8_0</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3/18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r>
              <a:tr h="581025">
                <a:tc>
                  <a:txBody>
                    <a:bodyPr/>
                    <a:lstStyle/>
                    <a:p>
                      <a:pPr algn="l">
                        <a:buNone/>
                      </a:pPr>
                      <a:r>
                        <a:rPr sz="1725" b="0">
                          <a:solidFill>
                            <a:srgbClr val="1D2F3E"/>
                          </a:solidFill>
                          <a:latin typeface="Tahoma"/>
                          <a:ea typeface="Tahoma"/>
                          <a:cs typeface="Tahoma"/>
                        </a:rPr>
                        <a:t>1.7B-Q4_K_M</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12/18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15/18</a:t>
                      </a:r>
                    </a:p>
                  </a:txBody>
                  <a:tcPr marL="91440" marR="91440" marT="45720" marB="45720">
                    <a:lnR w="9525">
                      <a:solidFill>
                        <a:srgbClr val="C7D5DD"/>
                      </a:solidFill>
                      <a:prstDash val="solid"/>
                    </a:lnR>
                    <a:lnB w="9525">
                      <a:solidFill>
                        <a:srgbClr val="C7D5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CA949F2-9236-452F-AD9B-0C28B9A623D1}"/>
              </a:ext>
            </a:extLst>
          </p:cNvPr>
          <p:cNvSpPr>
            <a:spLocks xmlns:a="http://schemas.openxmlformats.org/drawingml/2006/main" noGrp="1"/>
          </p:cNvSpPr>
          <p:nvPr/>
        </p:nvSpPr>
        <p:spPr>
          <a:xfrm xmlns:a="http://schemas.openxmlformats.org/drawingml/2006/main">
            <a:off x="762000" y="5000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D2F3E"/>
                </a:solidFill>
                <a:latin typeface="Tahoma"/>
                <a:ea typeface="Tahoma"/>
                <a:cs typeface="Tahoma"/>
              </a:defRPr>
            </a:defPPr>
            <a:lvl1pPr algn="l">
              <a:buNone/>
              <a:defRPr sz="1725" b="0">
                <a:solidFill>
                  <a:srgbClr val="1D2F3E"/>
                </a:solidFill>
                <a:latin typeface="Tahoma"/>
                <a:ea typeface="Tahoma"/>
                <a:cs typeface="Tahoma"/>
              </a:defRPr>
            </a:lvl1pPr>
            <a:lvl2pPr algn="l">
              <a:buNone/>
              <a:defRPr sz="1725" b="0">
                <a:solidFill>
                  <a:srgbClr val="1D2F3E"/>
                </a:solidFill>
                <a:latin typeface="Tahoma"/>
                <a:ea typeface="Tahoma"/>
                <a:cs typeface="Tahoma"/>
              </a:defRPr>
            </a:lvl2pPr>
            <a:lvl3pPr algn="l">
              <a:buNone/>
              <a:defRPr sz="1725" b="0">
                <a:solidFill>
                  <a:srgbClr val="1D2F3E"/>
                </a:solidFill>
                <a:latin typeface="Tahoma"/>
                <a:ea typeface="Tahoma"/>
                <a:cs typeface="Tahoma"/>
              </a:defRPr>
            </a:lvl3pPr>
            <a:lvl4pPr algn="l">
              <a:buNone/>
              <a:defRPr sz="1725" b="0">
                <a:solidFill>
                  <a:srgbClr val="1D2F3E"/>
                </a:solidFill>
                <a:latin typeface="Tahoma"/>
                <a:ea typeface="Tahoma"/>
                <a:cs typeface="Tahoma"/>
              </a:defRPr>
            </a:lvl4pPr>
            <a:lvl5pPr algn="l">
              <a:buNone/>
              <a:defRPr sz="1725" b="0">
                <a:solidFill>
                  <a:srgbClr val="1D2F3E"/>
                </a:solidFill>
                <a:latin typeface="Tahoma"/>
                <a:ea typeface="Tahoma"/>
                <a:cs typeface="Tahoma"/>
              </a:defRPr>
            </a:lvl5pPr>
            <a:lvl6pPr algn="l">
              <a:buNone/>
              <a:defRPr sz="1725" b="0">
                <a:solidFill>
                  <a:srgbClr val="1D2F3E"/>
                </a:solidFill>
                <a:latin typeface="Tahoma"/>
                <a:ea typeface="Tahoma"/>
                <a:cs typeface="Tahoma"/>
              </a:defRPr>
            </a:lvl6pPr>
            <a:lvl7pPr algn="l">
              <a:buNone/>
              <a:defRPr sz="1725" b="0">
                <a:solidFill>
                  <a:srgbClr val="1D2F3E"/>
                </a:solidFill>
                <a:latin typeface="Tahoma"/>
                <a:ea typeface="Tahoma"/>
                <a:cs typeface="Tahoma"/>
              </a:defRPr>
            </a:lvl7pPr>
            <a:lvl8pPr algn="l">
              <a:buNone/>
              <a:defRPr sz="1725" b="0">
                <a:solidFill>
                  <a:srgbClr val="1D2F3E"/>
                </a:solidFill>
                <a:latin typeface="Tahoma"/>
                <a:ea typeface="Tahoma"/>
                <a:cs typeface="Tahoma"/>
              </a:defRPr>
            </a:lvl8pPr>
            <a:lvl9pPr algn="l">
              <a:buNone/>
              <a:defRPr sz="1725" b="0">
                <a:solidFill>
                  <a:srgbClr val="1D2F3E"/>
                </a:solidFill>
                <a:latin typeface="Tahoma"/>
                <a:ea typeface="Tahoma"/>
                <a:cs typeface="Tahoma"/>
              </a:defRPr>
            </a:lvl9pPr>
          </a:lstStyle>
          <a:p xmlns:a="http://schemas.openxmlformats.org/drawingml/2006/main">
            <a:pPr algn="l">
              <a:buNone/>
              <a:defRPr sz="1725" b="0">
                <a:solidFill>
                  <a:srgbClr val="1D2F3E"/>
                </a:solidFill>
                <a:latin typeface="Tahoma"/>
                <a:ea typeface="Tahoma"/>
                <a:cs typeface="Tahoma"/>
              </a:defRPr>
            </a:pPr>
            <a:r>
              <a:rPr sz="1725" b="0">
                <a:solidFill>
                  <a:srgbClr val="1D2F3E"/>
                </a:solidFill>
                <a:latin typeface="Tahoma"/>
                <a:ea typeface="Tahoma"/>
                <a:cs typeface="Tahoma"/>
              </a:rPr>
              <a:t>ในตาราง: ผ่าน schema / รันจริง   บันทึกแล้ว 288/288 ครั้ง</a:t>
            </a:r>
          </a:p>
        </p:txBody>
      </p:sp>
      <p:sp>
        <p:nvSpPr>
          <p:cNvPr id="5" name="">
            <a:extLst xmlns:a="http://schemas.openxmlformats.org/drawingml/2006/main">
              <a:ext uri="{FF2B5EF4-FFF2-40B4-BE49-F238E27FC236}">
                <a16:creationId xmlns:a16="http://schemas.microsoft.com/office/drawing/2014/main" id="{54D6BF01-213F-461A-8CD8-23AFFF2D87D9}"/>
              </a:ext>
            </a:extLst>
          </p:cNvPr>
          <p:cNvSpPr>
            <a:spLocks xmlns:a="http://schemas.openxmlformats.org/drawingml/2006/main" noGrp="1"/>
          </p:cNvSpPr>
          <p:nvPr/>
        </p:nvSpPr>
        <p:spPr>
          <a:xfrm xmlns:a="http://schemas.openxmlformats.org/drawingml/2006/main">
            <a:off x="762000" y="55054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D2F3E"/>
                </a:solidFill>
                <a:latin typeface="Tahoma"/>
                <a:ea typeface="Tahoma"/>
                <a:cs typeface="Tahoma"/>
              </a:defRPr>
            </a:defPPr>
            <a:lvl1pPr algn="l">
              <a:buNone/>
              <a:defRPr sz="1575" b="0">
                <a:solidFill>
                  <a:srgbClr val="1D2F3E"/>
                </a:solidFill>
                <a:latin typeface="Tahoma"/>
                <a:ea typeface="Tahoma"/>
                <a:cs typeface="Tahoma"/>
              </a:defRPr>
            </a:lvl1pPr>
            <a:lvl2pPr algn="l">
              <a:buNone/>
              <a:defRPr sz="1575" b="0">
                <a:solidFill>
                  <a:srgbClr val="1D2F3E"/>
                </a:solidFill>
                <a:latin typeface="Tahoma"/>
                <a:ea typeface="Tahoma"/>
                <a:cs typeface="Tahoma"/>
              </a:defRPr>
            </a:lvl2pPr>
            <a:lvl3pPr algn="l">
              <a:buNone/>
              <a:defRPr sz="1575" b="0">
                <a:solidFill>
                  <a:srgbClr val="1D2F3E"/>
                </a:solidFill>
                <a:latin typeface="Tahoma"/>
                <a:ea typeface="Tahoma"/>
                <a:cs typeface="Tahoma"/>
              </a:defRPr>
            </a:lvl3pPr>
            <a:lvl4pPr algn="l">
              <a:buNone/>
              <a:defRPr sz="1575" b="0">
                <a:solidFill>
                  <a:srgbClr val="1D2F3E"/>
                </a:solidFill>
                <a:latin typeface="Tahoma"/>
                <a:ea typeface="Tahoma"/>
                <a:cs typeface="Tahoma"/>
              </a:defRPr>
            </a:lvl4pPr>
            <a:lvl5pPr algn="l">
              <a:buNone/>
              <a:defRPr sz="1575" b="0">
                <a:solidFill>
                  <a:srgbClr val="1D2F3E"/>
                </a:solidFill>
                <a:latin typeface="Tahoma"/>
                <a:ea typeface="Tahoma"/>
                <a:cs typeface="Tahoma"/>
              </a:defRPr>
            </a:lvl5pPr>
            <a:lvl6pPr algn="l">
              <a:buNone/>
              <a:defRPr sz="1575" b="0">
                <a:solidFill>
                  <a:srgbClr val="1D2F3E"/>
                </a:solidFill>
                <a:latin typeface="Tahoma"/>
                <a:ea typeface="Tahoma"/>
                <a:cs typeface="Tahoma"/>
              </a:defRPr>
            </a:lvl6pPr>
            <a:lvl7pPr algn="l">
              <a:buNone/>
              <a:defRPr sz="1575" b="0">
                <a:solidFill>
                  <a:srgbClr val="1D2F3E"/>
                </a:solidFill>
                <a:latin typeface="Tahoma"/>
                <a:ea typeface="Tahoma"/>
                <a:cs typeface="Tahoma"/>
              </a:defRPr>
            </a:lvl7pPr>
            <a:lvl8pPr algn="l">
              <a:buNone/>
              <a:defRPr sz="1575" b="0">
                <a:solidFill>
                  <a:srgbClr val="1D2F3E"/>
                </a:solidFill>
                <a:latin typeface="Tahoma"/>
                <a:ea typeface="Tahoma"/>
                <a:cs typeface="Tahoma"/>
              </a:defRPr>
            </a:lvl8pPr>
            <a:lvl9pPr algn="l">
              <a:buNone/>
              <a:defRPr sz="1575" b="0">
                <a:solidFill>
                  <a:srgbClr val="1D2F3E"/>
                </a:solidFill>
                <a:latin typeface="Tahoma"/>
                <a:ea typeface="Tahoma"/>
                <a:cs typeface="Tahoma"/>
              </a:defRPr>
            </a:lvl9pPr>
          </a:lstStyle>
          <a:p xmlns:a="http://schemas.openxmlformats.org/drawingml/2006/main">
            <a:pPr algn="l">
              <a:buNone/>
              <a:defRPr sz="1575" b="0">
                <a:solidFill>
                  <a:srgbClr val="1D2F3E"/>
                </a:solidFill>
                <a:latin typeface="Tahoma"/>
                <a:ea typeface="Tahoma"/>
                <a:cs typeface="Tahoma"/>
              </a:defRPr>
            </a:pPr>
            <a:r>
              <a:rPr sz="1575" b="0">
                <a:solidFill>
                  <a:srgbClr val="1D2F3E"/>
                </a:solidFill>
                <a:latin typeface="Tahoma"/>
                <a:ea typeface="Tahoma"/>
                <a:cs typeface="Tahoma"/>
              </a:rPr>
              <a:t>Q4_K_M แปลงต่อจาก Q8_0 จึงยังไม่แยกผล quantization จากฐาน BF16</a:t>
            </a:r>
          </a:p>
        </p:txBody>
      </p:sp>
      <p:sp>
        <p:nvSpPr>
          <p:cNvPr id="6" name="">
            <a:extLst xmlns:a="http://schemas.openxmlformats.org/drawingml/2006/main">
              <a:ext uri="{FF2B5EF4-FFF2-40B4-BE49-F238E27FC236}">
                <a16:creationId xmlns:a16="http://schemas.microsoft.com/office/drawing/2014/main" id="{C3676112-8D4C-4D01-A177-C48C6B12F9E5}"/>
              </a:ext>
            </a:extLst>
          </p:cNvPr>
          <p:cNvSpPr>
            <a:spLocks xmlns:a="http://schemas.openxmlformats.org/drawingml/2006/main" noGrp="1"/>
          </p:cNvSpPr>
          <p:nvPr/>
        </p:nvSpPr>
        <p:spPr>
          <a:xfrm xmlns:a="http://schemas.openxmlformats.org/drawingml/2006/main">
            <a:off x="762000" y="58388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1D2A5D"/>
                </a:solidFill>
                <a:latin typeface="Tahoma"/>
                <a:ea typeface="Tahoma"/>
                <a:cs typeface="Tahoma"/>
              </a:defRPr>
            </a:defPPr>
            <a:lvl1pPr algn="l">
              <a:buNone/>
              <a:defRPr sz="1575" b="1">
                <a:solidFill>
                  <a:srgbClr val="1D2A5D"/>
                </a:solidFill>
                <a:latin typeface="Tahoma"/>
                <a:ea typeface="Tahoma"/>
                <a:cs typeface="Tahoma"/>
              </a:defRPr>
            </a:lvl1pPr>
            <a:lvl2pPr algn="l">
              <a:buNone/>
              <a:defRPr sz="1575" b="1">
                <a:solidFill>
                  <a:srgbClr val="1D2A5D"/>
                </a:solidFill>
                <a:latin typeface="Tahoma"/>
                <a:ea typeface="Tahoma"/>
                <a:cs typeface="Tahoma"/>
              </a:defRPr>
            </a:lvl2pPr>
            <a:lvl3pPr algn="l">
              <a:buNone/>
              <a:defRPr sz="1575" b="1">
                <a:solidFill>
                  <a:srgbClr val="1D2A5D"/>
                </a:solidFill>
                <a:latin typeface="Tahoma"/>
                <a:ea typeface="Tahoma"/>
                <a:cs typeface="Tahoma"/>
              </a:defRPr>
            </a:lvl3pPr>
            <a:lvl4pPr algn="l">
              <a:buNone/>
              <a:defRPr sz="1575" b="1">
                <a:solidFill>
                  <a:srgbClr val="1D2A5D"/>
                </a:solidFill>
                <a:latin typeface="Tahoma"/>
                <a:ea typeface="Tahoma"/>
                <a:cs typeface="Tahoma"/>
              </a:defRPr>
            </a:lvl4pPr>
            <a:lvl5pPr algn="l">
              <a:buNone/>
              <a:defRPr sz="1575" b="1">
                <a:solidFill>
                  <a:srgbClr val="1D2A5D"/>
                </a:solidFill>
                <a:latin typeface="Tahoma"/>
                <a:ea typeface="Tahoma"/>
                <a:cs typeface="Tahoma"/>
              </a:defRPr>
            </a:lvl5pPr>
            <a:lvl6pPr algn="l">
              <a:buNone/>
              <a:defRPr sz="1575" b="1">
                <a:solidFill>
                  <a:srgbClr val="1D2A5D"/>
                </a:solidFill>
                <a:latin typeface="Tahoma"/>
                <a:ea typeface="Tahoma"/>
                <a:cs typeface="Tahoma"/>
              </a:defRPr>
            </a:lvl6pPr>
            <a:lvl7pPr algn="l">
              <a:buNone/>
              <a:defRPr sz="1575" b="1">
                <a:solidFill>
                  <a:srgbClr val="1D2A5D"/>
                </a:solidFill>
                <a:latin typeface="Tahoma"/>
                <a:ea typeface="Tahoma"/>
                <a:cs typeface="Tahoma"/>
              </a:defRPr>
            </a:lvl7pPr>
            <a:lvl8pPr algn="l">
              <a:buNone/>
              <a:defRPr sz="1575" b="1">
                <a:solidFill>
                  <a:srgbClr val="1D2A5D"/>
                </a:solidFill>
                <a:latin typeface="Tahoma"/>
                <a:ea typeface="Tahoma"/>
                <a:cs typeface="Tahoma"/>
              </a:defRPr>
            </a:lvl8pPr>
            <a:lvl9pPr algn="l">
              <a:buNone/>
              <a:defRPr sz="1575" b="1">
                <a:solidFill>
                  <a:srgbClr val="1D2A5D"/>
                </a:solidFill>
                <a:latin typeface="Tahoma"/>
                <a:ea typeface="Tahoma"/>
                <a:cs typeface="Tahoma"/>
              </a:defRPr>
            </a:lvl9pPr>
          </a:lstStyle>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ตรวจว่าคำตอบจบครบและตรง schema ก่อนใช้งาน</a:t>
            </a:r>
          </a:p>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ความถูกต้องของชื่อสินค้าและยอดเงินยังไม่ได้ทดลอง</a:t>
            </a:r>
          </a:p>
        </p:txBody>
      </p:sp>
      <p:sp>
        <p:nvSpPr>
          <p:cNvPr id="7" name="">
            <a:extLst xmlns:a="http://schemas.openxmlformats.org/drawingml/2006/main">
              <a:ext uri="{FF2B5EF4-FFF2-40B4-BE49-F238E27FC236}">
                <a16:creationId xmlns:a16="http://schemas.microsoft.com/office/drawing/2014/main" id="{3D9641E5-57C0-4887-94E8-7A8A2AC38315}"/>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FFB8B0-B60E-4B99-A7B4-686F21DA77BA}"/>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9" name="">
            <a:extLst xmlns:a="http://schemas.openxmlformats.org/drawingml/2006/main">
              <a:ext uri="{FF2B5EF4-FFF2-40B4-BE49-F238E27FC236}">
                <a16:creationId xmlns:a16="http://schemas.microsoft.com/office/drawing/2014/main" id="{769B78F3-108E-41AD-892D-84B14BCE399F}"/>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17</a:t>
            </a:r>
          </a:p>
        </p:txBody>
      </p:sp>
    </p:spTree>
    <p:extLst>
      <p:ext uri="{BB962C8B-B14F-4D97-AF65-F5344CB8AC3E}">
        <p14:creationId xmlns:p14="http://schemas.microsoft.com/office/powerpoint/2010/main" val="13714627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C9E1EE9-6DAA-414A-B959-CC4149448B0E}"/>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buNone/>
              <a:defRPr sz="2663" b="1">
                <a:solidFill>
                  <a:srgbClr val="1D2A5D"/>
                </a:solidFill>
                <a:latin typeface="Tahoma"/>
                <a:ea typeface="Tahoma"/>
                <a:cs typeface="Tahoma"/>
              </a:defRPr>
            </a:lvl1pPr>
            <a:lvl2pPr algn="l">
              <a:buNone/>
              <a:defRPr sz="2663" b="1">
                <a:solidFill>
                  <a:srgbClr val="1D2A5D"/>
                </a:solidFill>
                <a:latin typeface="Tahoma"/>
                <a:ea typeface="Tahoma"/>
                <a:cs typeface="Tahoma"/>
              </a:defRPr>
            </a:lvl2pPr>
            <a:lvl3pPr algn="l">
              <a:buNone/>
              <a:defRPr sz="2663" b="1">
                <a:solidFill>
                  <a:srgbClr val="1D2A5D"/>
                </a:solidFill>
                <a:latin typeface="Tahoma"/>
                <a:ea typeface="Tahoma"/>
                <a:cs typeface="Tahoma"/>
              </a:defRPr>
            </a:lvl3pPr>
            <a:lvl4pPr algn="l">
              <a:buNone/>
              <a:defRPr sz="2663" b="1">
                <a:solidFill>
                  <a:srgbClr val="1D2A5D"/>
                </a:solidFill>
                <a:latin typeface="Tahoma"/>
                <a:ea typeface="Tahoma"/>
                <a:cs typeface="Tahoma"/>
              </a:defRPr>
            </a:lvl4pPr>
            <a:lvl5pPr algn="l">
              <a:buNone/>
              <a:defRPr sz="2663" b="1">
                <a:solidFill>
                  <a:srgbClr val="1D2A5D"/>
                </a:solidFill>
                <a:latin typeface="Tahoma"/>
                <a:ea typeface="Tahoma"/>
                <a:cs typeface="Tahoma"/>
              </a:defRPr>
            </a:lvl5pPr>
            <a:lvl6pPr algn="l">
              <a:buNone/>
              <a:defRPr sz="2663" b="1">
                <a:solidFill>
                  <a:srgbClr val="1D2A5D"/>
                </a:solidFill>
                <a:latin typeface="Tahoma"/>
                <a:ea typeface="Tahoma"/>
                <a:cs typeface="Tahoma"/>
              </a:defRPr>
            </a:lvl6pPr>
            <a:lvl7pPr algn="l">
              <a:buNone/>
              <a:defRPr sz="2663" b="1">
                <a:solidFill>
                  <a:srgbClr val="1D2A5D"/>
                </a:solidFill>
                <a:latin typeface="Tahoma"/>
                <a:ea typeface="Tahoma"/>
                <a:cs typeface="Tahoma"/>
              </a:defRPr>
            </a:lvl7pPr>
            <a:lvl8pPr algn="l">
              <a:buNone/>
              <a:defRPr sz="2663" b="1">
                <a:solidFill>
                  <a:srgbClr val="1D2A5D"/>
                </a:solidFill>
                <a:latin typeface="Tahoma"/>
                <a:ea typeface="Tahoma"/>
                <a:cs typeface="Tahoma"/>
              </a:defRPr>
            </a:lvl8pPr>
            <a:lvl9pPr algn="l">
              <a:buNone/>
              <a:defRPr sz="2663" b="1">
                <a:solidFill>
                  <a:srgbClr val="1D2A5D"/>
                </a:solidFill>
                <a:latin typeface="Tahoma"/>
                <a:ea typeface="Tahoma"/>
                <a:cs typeface="Tahoma"/>
              </a:defRPr>
            </a:lvl9pPr>
          </a:lstStyle>
          <a:p xmlns:a="http://schemas.openxmlformats.org/drawingml/2006/main">
            <a:pPr algn="l">
              <a:buNone/>
              <a:defRPr sz="2663" b="1">
                <a:solidFill>
                  <a:srgbClr val="1D2A5D"/>
                </a:solidFill>
                <a:latin typeface="Tahoma"/>
                <a:ea typeface="Tahoma"/>
                <a:cs typeface="Tahoma"/>
              </a:defRPr>
            </a:pPr>
            <a:r>
              <a:rPr sz="2663" b="1">
                <a:solidFill>
                  <a:srgbClr val="1D2A5D"/>
                </a:solidFill>
                <a:latin typeface="Tahoma"/>
                <a:ea typeface="Tahoma"/>
                <a:cs typeface="Tahoma"/>
              </a:rPr>
              <a:t>ผลทดสอบบน PC: ส่งข้อมูลถึง Home Assistant</a:t>
            </a:r>
          </a:p>
        </p:txBody>
      </p:sp>
      <p:sp>
        <p:nvSpPr>
          <p:cNvPr id="2" name="">
            <a:extLst xmlns:a="http://schemas.openxmlformats.org/drawingml/2006/main">
              <a:ext uri="{FF2B5EF4-FFF2-40B4-BE49-F238E27FC236}">
                <a16:creationId xmlns:a16="http://schemas.microsoft.com/office/drawing/2014/main" id="{8C264FE2-5999-4428-913D-FC1990127715}"/>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buNone/>
              <a:defRPr sz="1600" b="0">
                <a:solidFill>
                  <a:srgbClr val="5A7180"/>
                </a:solidFill>
                <a:latin typeface="Tahoma"/>
                <a:ea typeface="Tahoma"/>
                <a:cs typeface="Tahoma"/>
              </a:defRPr>
            </a:lvl1pPr>
            <a:lvl2pPr algn="l">
              <a:buNone/>
              <a:defRPr sz="1600" b="0">
                <a:solidFill>
                  <a:srgbClr val="5A7180"/>
                </a:solidFill>
                <a:latin typeface="Tahoma"/>
                <a:ea typeface="Tahoma"/>
                <a:cs typeface="Tahoma"/>
              </a:defRPr>
            </a:lvl2pPr>
            <a:lvl3pPr algn="l">
              <a:buNone/>
              <a:defRPr sz="1600" b="0">
                <a:solidFill>
                  <a:srgbClr val="5A7180"/>
                </a:solidFill>
                <a:latin typeface="Tahoma"/>
                <a:ea typeface="Tahoma"/>
                <a:cs typeface="Tahoma"/>
              </a:defRPr>
            </a:lvl3pPr>
            <a:lvl4pPr algn="l">
              <a:buNone/>
              <a:defRPr sz="1600" b="0">
                <a:solidFill>
                  <a:srgbClr val="5A7180"/>
                </a:solidFill>
                <a:latin typeface="Tahoma"/>
                <a:ea typeface="Tahoma"/>
                <a:cs typeface="Tahoma"/>
              </a:defRPr>
            </a:lvl4pPr>
            <a:lvl5pPr algn="l">
              <a:buNone/>
              <a:defRPr sz="1600" b="0">
                <a:solidFill>
                  <a:srgbClr val="5A7180"/>
                </a:solidFill>
                <a:latin typeface="Tahoma"/>
                <a:ea typeface="Tahoma"/>
                <a:cs typeface="Tahoma"/>
              </a:defRPr>
            </a:lvl5pPr>
            <a:lvl6pPr algn="l">
              <a:buNone/>
              <a:defRPr sz="1600" b="0">
                <a:solidFill>
                  <a:srgbClr val="5A7180"/>
                </a:solidFill>
                <a:latin typeface="Tahoma"/>
                <a:ea typeface="Tahoma"/>
                <a:cs typeface="Tahoma"/>
              </a:defRPr>
            </a:lvl6pPr>
            <a:lvl7pPr algn="l">
              <a:buNone/>
              <a:defRPr sz="1600" b="0">
                <a:solidFill>
                  <a:srgbClr val="5A7180"/>
                </a:solidFill>
                <a:latin typeface="Tahoma"/>
                <a:ea typeface="Tahoma"/>
                <a:cs typeface="Tahoma"/>
              </a:defRPr>
            </a:lvl7pPr>
            <a:lvl8pPr algn="l">
              <a:buNone/>
              <a:defRPr sz="1600" b="0">
                <a:solidFill>
                  <a:srgbClr val="5A7180"/>
                </a:solidFill>
                <a:latin typeface="Tahoma"/>
                <a:ea typeface="Tahoma"/>
                <a:cs typeface="Tahoma"/>
              </a:defRPr>
            </a:lvl8pPr>
            <a:lvl9pPr algn="l">
              <a:buNone/>
              <a:defRPr sz="1600" b="0">
                <a:solidFill>
                  <a:srgbClr val="5A7180"/>
                </a:solidFill>
                <a:latin typeface="Tahoma"/>
                <a:ea typeface="Tahoma"/>
                <a:cs typeface="Tahoma"/>
              </a:defRPr>
            </a:lvl9pPr>
          </a:lstStyle>
          <a:p xmlns:a="http://schemas.openxmlformats.org/drawingml/2006/main">
            <a:pPr algn="l">
              <a:buNone/>
              <a:defRPr sz="1600" b="0">
                <a:solidFill>
                  <a:srgbClr val="5A7180"/>
                </a:solidFill>
                <a:latin typeface="Tahoma"/>
                <a:ea typeface="Tahoma"/>
                <a:cs typeface="Tahoma"/>
              </a:defRPr>
            </a:pPr>
            <a:r>
              <a:rPr sz="1600" b="0">
                <a:solidFill>
                  <a:srgbClr val="5A7180"/>
                </a:solidFill>
                <a:latin typeface="Tahoma"/>
                <a:ea typeface="Tahoma"/>
                <a:cs typeface="Tahoma"/>
              </a:rPr>
              <a:t>ผลทดสอบการส่งค่าดิบบน PC; ขั้นตรวจแก้แสดงแยกในเดโม</a:t>
            </a:r>
          </a:p>
        </p:txBody>
      </p:sp>
      <p:sp>
        <p:nvSpPr>
          <p:cNvPr id="3" name="">
            <a:extLst xmlns:a="http://schemas.openxmlformats.org/drawingml/2006/main">
              <a:ext uri="{FF2B5EF4-FFF2-40B4-BE49-F238E27FC236}">
                <a16:creationId xmlns:a16="http://schemas.microsoft.com/office/drawing/2014/main" id="{121074BA-1773-46BE-95ED-9925EB204BC3}"/>
              </a:ext>
            </a:extLst>
          </p:cNvPr>
          <p:cNvSpPr>
            <a:spLocks xmlns:a="http://schemas.openxmlformats.org/drawingml/2006/main" noGrp="1"/>
          </p:cNvSpPr>
          <p:nvPr/>
        </p:nvSpPr>
        <p:spPr>
          <a:xfrm xmlns:a="http://schemas.openxmlformats.org/drawingml/2006/main">
            <a:off x="7429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4" name="">
            <a:extLst xmlns:a="http://schemas.openxmlformats.org/drawingml/2006/main">
              <a:ext uri="{FF2B5EF4-FFF2-40B4-BE49-F238E27FC236}">
                <a16:creationId xmlns:a16="http://schemas.microsoft.com/office/drawing/2014/main" id="{61FAAB72-FFD6-4A61-83A0-FF574A265451}"/>
              </a:ext>
            </a:extLst>
          </p:cNvPr>
          <p:cNvSpPr>
            <a:spLocks xmlns:a="http://schemas.openxmlformats.org/drawingml/2006/main" noGrp="1"/>
          </p:cNvSpPr>
          <p:nvPr/>
        </p:nvSpPr>
        <p:spPr>
          <a:xfrm xmlns:a="http://schemas.openxmlformats.org/drawingml/2006/main">
            <a:off x="8572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ภาพจริง</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ตรวจกรอบ</a:t>
            </a:r>
          </a:p>
        </p:txBody>
      </p:sp>
      <p:sp>
        <p:nvSpPr>
          <p:cNvPr id="5" name="">
            <a:extLst xmlns:a="http://schemas.openxmlformats.org/drawingml/2006/main">
              <a:ext uri="{FF2B5EF4-FFF2-40B4-BE49-F238E27FC236}">
                <a16:creationId xmlns:a16="http://schemas.microsoft.com/office/drawing/2014/main" id="{EBD108B7-C1BF-46BC-A384-0E38048B1338}"/>
              </a:ext>
            </a:extLst>
          </p:cNvPr>
          <p:cNvSpPr>
            <a:spLocks xmlns:a="http://schemas.openxmlformats.org/drawingml/2006/main" noGrp="1"/>
          </p:cNvSpPr>
          <p:nvPr/>
        </p:nvSpPr>
        <p:spPr>
          <a:xfrm xmlns:a="http://schemas.openxmlformats.org/drawingml/2006/main">
            <a:off x="272415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6" name="">
            <a:extLst xmlns:a="http://schemas.openxmlformats.org/drawingml/2006/main">
              <a:ext uri="{FF2B5EF4-FFF2-40B4-BE49-F238E27FC236}">
                <a16:creationId xmlns:a16="http://schemas.microsoft.com/office/drawing/2014/main" id="{C4875931-C746-4673-86C0-E1699D5B5964}"/>
              </a:ext>
            </a:extLst>
          </p:cNvPr>
          <p:cNvSpPr>
            <a:spLocks xmlns:a="http://schemas.openxmlformats.org/drawingml/2006/main" noGrp="1"/>
          </p:cNvSpPr>
          <p:nvPr/>
        </p:nvSpPr>
        <p:spPr>
          <a:xfrm xmlns:a="http://schemas.openxmlformats.org/drawingml/2006/main">
            <a:off x="293370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7" name="">
            <a:extLst xmlns:a="http://schemas.openxmlformats.org/drawingml/2006/main">
              <a:ext uri="{FF2B5EF4-FFF2-40B4-BE49-F238E27FC236}">
                <a16:creationId xmlns:a16="http://schemas.microsoft.com/office/drawing/2014/main" id="{1CDF05CB-CDB8-45CA-AEE4-AD7BC17F6DD1}"/>
              </a:ext>
            </a:extLst>
          </p:cNvPr>
          <p:cNvSpPr>
            <a:spLocks xmlns:a="http://schemas.openxmlformats.org/drawingml/2006/main" noGrp="1"/>
          </p:cNvSpPr>
          <p:nvPr/>
        </p:nvSpPr>
        <p:spPr>
          <a:xfrm xmlns:a="http://schemas.openxmlformats.org/drawingml/2006/main">
            <a:off x="304800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OCR</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อ่านข้อความ</a:t>
            </a:r>
          </a:p>
        </p:txBody>
      </p:sp>
      <p:sp>
        <p:nvSpPr>
          <p:cNvPr id="8" name="">
            <a:extLst xmlns:a="http://schemas.openxmlformats.org/drawingml/2006/main">
              <a:ext uri="{FF2B5EF4-FFF2-40B4-BE49-F238E27FC236}">
                <a16:creationId xmlns:a16="http://schemas.microsoft.com/office/drawing/2014/main" id="{387149AA-DADB-42B2-AEBB-B61DD3071D6F}"/>
              </a:ext>
            </a:extLst>
          </p:cNvPr>
          <p:cNvSpPr>
            <a:spLocks xmlns:a="http://schemas.openxmlformats.org/drawingml/2006/main" noGrp="1"/>
          </p:cNvSpPr>
          <p:nvPr/>
        </p:nvSpPr>
        <p:spPr>
          <a:xfrm xmlns:a="http://schemas.openxmlformats.org/drawingml/2006/main">
            <a:off x="491490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9" name="">
            <a:extLst xmlns:a="http://schemas.openxmlformats.org/drawingml/2006/main">
              <a:ext uri="{FF2B5EF4-FFF2-40B4-BE49-F238E27FC236}">
                <a16:creationId xmlns:a16="http://schemas.microsoft.com/office/drawing/2014/main" id="{6FD30694-44CF-470D-8370-D2992D807500}"/>
              </a:ext>
            </a:extLst>
          </p:cNvPr>
          <p:cNvSpPr>
            <a:spLocks xmlns:a="http://schemas.openxmlformats.org/drawingml/2006/main" noGrp="1"/>
          </p:cNvSpPr>
          <p:nvPr/>
        </p:nvSpPr>
        <p:spPr>
          <a:xfrm xmlns:a="http://schemas.openxmlformats.org/drawingml/2006/main">
            <a:off x="51244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0" name="">
            <a:extLst xmlns:a="http://schemas.openxmlformats.org/drawingml/2006/main">
              <a:ext uri="{FF2B5EF4-FFF2-40B4-BE49-F238E27FC236}">
                <a16:creationId xmlns:a16="http://schemas.microsoft.com/office/drawing/2014/main" id="{88D94EBC-1101-4E9B-9A4F-B7233E564DD5}"/>
              </a:ext>
            </a:extLst>
          </p:cNvPr>
          <p:cNvSpPr>
            <a:spLocks xmlns:a="http://schemas.openxmlformats.org/drawingml/2006/main" noGrp="1"/>
          </p:cNvSpPr>
          <p:nvPr/>
        </p:nvSpPr>
        <p:spPr>
          <a:xfrm xmlns:a="http://schemas.openxmlformats.org/drawingml/2006/main">
            <a:off x="52387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Local LLM</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สร้าง JSON</a:t>
            </a:r>
          </a:p>
        </p:txBody>
      </p:sp>
      <p:sp>
        <p:nvSpPr>
          <p:cNvPr id="11" name="">
            <a:extLst xmlns:a="http://schemas.openxmlformats.org/drawingml/2006/main">
              <a:ext uri="{FF2B5EF4-FFF2-40B4-BE49-F238E27FC236}">
                <a16:creationId xmlns:a16="http://schemas.microsoft.com/office/drawing/2014/main" id="{76F926B9-F61E-4FA3-B4DC-063D6F97AEF8}"/>
              </a:ext>
            </a:extLst>
          </p:cNvPr>
          <p:cNvSpPr>
            <a:spLocks xmlns:a="http://schemas.openxmlformats.org/drawingml/2006/main" noGrp="1"/>
          </p:cNvSpPr>
          <p:nvPr/>
        </p:nvSpPr>
        <p:spPr>
          <a:xfrm xmlns:a="http://schemas.openxmlformats.org/drawingml/2006/main">
            <a:off x="710565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12" name="">
            <a:extLst xmlns:a="http://schemas.openxmlformats.org/drawingml/2006/main">
              <a:ext uri="{FF2B5EF4-FFF2-40B4-BE49-F238E27FC236}">
                <a16:creationId xmlns:a16="http://schemas.microsoft.com/office/drawing/2014/main" id="{FF640F58-B05B-4660-B388-7B5E211D0665}"/>
              </a:ext>
            </a:extLst>
          </p:cNvPr>
          <p:cNvSpPr>
            <a:spLocks xmlns:a="http://schemas.openxmlformats.org/drawingml/2006/main" noGrp="1"/>
          </p:cNvSpPr>
          <p:nvPr/>
        </p:nvSpPr>
        <p:spPr>
          <a:xfrm xmlns:a="http://schemas.openxmlformats.org/drawingml/2006/main">
            <a:off x="731520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3" name="">
            <a:extLst xmlns:a="http://schemas.openxmlformats.org/drawingml/2006/main">
              <a:ext uri="{FF2B5EF4-FFF2-40B4-BE49-F238E27FC236}">
                <a16:creationId xmlns:a16="http://schemas.microsoft.com/office/drawing/2014/main" id="{5557CE33-25C6-4A88-87C9-ABDF668B1165}"/>
              </a:ext>
            </a:extLst>
          </p:cNvPr>
          <p:cNvSpPr>
            <a:spLocks xmlns:a="http://schemas.openxmlformats.org/drawingml/2006/main" noGrp="1"/>
          </p:cNvSpPr>
          <p:nvPr/>
        </p:nvSpPr>
        <p:spPr>
          <a:xfrm xmlns:a="http://schemas.openxmlformats.org/drawingml/2006/main">
            <a:off x="742950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ตรวจยืนยัน</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ก่อนส่ง</a:t>
            </a:r>
          </a:p>
        </p:txBody>
      </p:sp>
      <p:sp>
        <p:nvSpPr>
          <p:cNvPr id="14" name="">
            <a:extLst xmlns:a="http://schemas.openxmlformats.org/drawingml/2006/main">
              <a:ext uri="{FF2B5EF4-FFF2-40B4-BE49-F238E27FC236}">
                <a16:creationId xmlns:a16="http://schemas.microsoft.com/office/drawing/2014/main" id="{D0D9264C-C863-49C0-9F67-7E4B7196A104}"/>
              </a:ext>
            </a:extLst>
          </p:cNvPr>
          <p:cNvSpPr>
            <a:spLocks xmlns:a="http://schemas.openxmlformats.org/drawingml/2006/main" noGrp="1"/>
          </p:cNvSpPr>
          <p:nvPr/>
        </p:nvSpPr>
        <p:spPr>
          <a:xfrm xmlns:a="http://schemas.openxmlformats.org/drawingml/2006/main">
            <a:off x="929640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15" name="">
            <a:extLst xmlns:a="http://schemas.openxmlformats.org/drawingml/2006/main">
              <a:ext uri="{FF2B5EF4-FFF2-40B4-BE49-F238E27FC236}">
                <a16:creationId xmlns:a16="http://schemas.microsoft.com/office/drawing/2014/main" id="{09CD8B09-05F8-42B0-A599-3A190E64D324}"/>
              </a:ext>
            </a:extLst>
          </p:cNvPr>
          <p:cNvSpPr>
            <a:spLocks xmlns:a="http://schemas.openxmlformats.org/drawingml/2006/main" noGrp="1"/>
          </p:cNvSpPr>
          <p:nvPr/>
        </p:nvSpPr>
        <p:spPr>
          <a:xfrm xmlns:a="http://schemas.openxmlformats.org/drawingml/2006/main">
            <a:off x="95059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6" name="">
            <a:extLst xmlns:a="http://schemas.openxmlformats.org/drawingml/2006/main">
              <a:ext uri="{FF2B5EF4-FFF2-40B4-BE49-F238E27FC236}">
                <a16:creationId xmlns:a16="http://schemas.microsoft.com/office/drawing/2014/main" id="{03776AB6-1CFE-4F32-8751-B11A1C514B68}"/>
              </a:ext>
            </a:extLst>
          </p:cNvPr>
          <p:cNvSpPr>
            <a:spLocks xmlns:a="http://schemas.openxmlformats.org/drawingml/2006/main" noGrp="1"/>
          </p:cNvSpPr>
          <p:nvPr/>
        </p:nvSpPr>
        <p:spPr>
          <a:xfrm xmlns:a="http://schemas.openxmlformats.org/drawingml/2006/main">
            <a:off x="96202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1D2A5D"/>
                </a:solidFill>
                <a:latin typeface="Tahoma"/>
                <a:ea typeface="Tahoma"/>
                <a:cs typeface="Tahoma"/>
              </a:defRPr>
            </a:defPPr>
            <a:lvl1pPr algn="l">
              <a:buNone/>
              <a:defRPr sz="1500" b="1">
                <a:solidFill>
                  <a:srgbClr val="1D2A5D"/>
                </a:solidFill>
                <a:latin typeface="Tahoma"/>
                <a:ea typeface="Tahoma"/>
                <a:cs typeface="Tahoma"/>
              </a:defRPr>
            </a:lvl1pPr>
            <a:lvl2pPr algn="l">
              <a:buNone/>
              <a:defRPr sz="1500" b="1">
                <a:solidFill>
                  <a:srgbClr val="1D2A5D"/>
                </a:solidFill>
                <a:latin typeface="Tahoma"/>
                <a:ea typeface="Tahoma"/>
                <a:cs typeface="Tahoma"/>
              </a:defRPr>
            </a:lvl2pPr>
            <a:lvl3pPr algn="l">
              <a:buNone/>
              <a:defRPr sz="1500" b="1">
                <a:solidFill>
                  <a:srgbClr val="1D2A5D"/>
                </a:solidFill>
                <a:latin typeface="Tahoma"/>
                <a:ea typeface="Tahoma"/>
                <a:cs typeface="Tahoma"/>
              </a:defRPr>
            </a:lvl3pPr>
            <a:lvl4pPr algn="l">
              <a:buNone/>
              <a:defRPr sz="1500" b="1">
                <a:solidFill>
                  <a:srgbClr val="1D2A5D"/>
                </a:solidFill>
                <a:latin typeface="Tahoma"/>
                <a:ea typeface="Tahoma"/>
                <a:cs typeface="Tahoma"/>
              </a:defRPr>
            </a:lvl4pPr>
            <a:lvl5pPr algn="l">
              <a:buNone/>
              <a:defRPr sz="1500" b="1">
                <a:solidFill>
                  <a:srgbClr val="1D2A5D"/>
                </a:solidFill>
                <a:latin typeface="Tahoma"/>
                <a:ea typeface="Tahoma"/>
                <a:cs typeface="Tahoma"/>
              </a:defRPr>
            </a:lvl5pPr>
            <a:lvl6pPr algn="l">
              <a:buNone/>
              <a:defRPr sz="1500" b="1">
                <a:solidFill>
                  <a:srgbClr val="1D2A5D"/>
                </a:solidFill>
                <a:latin typeface="Tahoma"/>
                <a:ea typeface="Tahoma"/>
                <a:cs typeface="Tahoma"/>
              </a:defRPr>
            </a:lvl6pPr>
            <a:lvl7pPr algn="l">
              <a:buNone/>
              <a:defRPr sz="1500" b="1">
                <a:solidFill>
                  <a:srgbClr val="1D2A5D"/>
                </a:solidFill>
                <a:latin typeface="Tahoma"/>
                <a:ea typeface="Tahoma"/>
                <a:cs typeface="Tahoma"/>
              </a:defRPr>
            </a:lvl7pPr>
            <a:lvl8pPr algn="l">
              <a:buNone/>
              <a:defRPr sz="1500" b="1">
                <a:solidFill>
                  <a:srgbClr val="1D2A5D"/>
                </a:solidFill>
                <a:latin typeface="Tahoma"/>
                <a:ea typeface="Tahoma"/>
                <a:cs typeface="Tahoma"/>
              </a:defRPr>
            </a:lvl8pPr>
            <a:lvl9pPr algn="l">
              <a:buNone/>
              <a:defRPr sz="1500" b="1">
                <a:solidFill>
                  <a:srgbClr val="1D2A5D"/>
                </a:solidFill>
                <a:latin typeface="Tahoma"/>
                <a:ea typeface="Tahoma"/>
                <a:cs typeface="Tahoma"/>
              </a:defRPr>
            </a:lvl9pPr>
          </a:lstStyle>
          <a:p xmlns:a="http://schemas.openxmlformats.org/drawingml/2006/main">
            <a:pPr algn="l">
              <a:buNone/>
              <a:defRPr sz="1500" b="1">
                <a:solidFill>
                  <a:srgbClr val="1D2A5D"/>
                </a:solidFill>
                <a:latin typeface="Tahoma"/>
                <a:ea typeface="Tahoma"/>
                <a:cs typeface="Tahoma"/>
              </a:defRPr>
            </a:pPr>
            <a:r>
              <a:rPr sz="1500" b="1">
                <a:solidFill>
                  <a:srgbClr val="1D2A5D"/>
                </a:solidFill>
                <a:latin typeface="Tahoma"/>
                <a:ea typeface="Tahoma"/>
                <a:cs typeface="Tahoma"/>
              </a:rPr>
              <a:t>MQTT</a:t>
            </a:r>
          </a:p>
          <a:p xmlns:a="http://schemas.openxmlformats.org/drawingml/2006/main">
            <a:pPr algn="l">
              <a:buNone/>
              <a:defRPr sz="1500" b="1">
                <a:solidFill>
                  <a:srgbClr val="1D2A5D"/>
                </a:solidFill>
                <a:latin typeface="Tahoma"/>
                <a:ea typeface="Tahoma"/>
                <a:cs typeface="Tahoma"/>
              </a:defRPr>
            </a:pPr>
            <a:r>
              <a:rPr sz="1500" b="1">
                <a:solidFill>
                  <a:srgbClr val="1D2A5D"/>
                </a:solidFill>
                <a:latin typeface="Tahoma"/>
                <a:ea typeface="Tahoma"/>
                <a:cs typeface="Tahoma"/>
              </a:rPr>
              <a:t>Home Assistant</a:t>
            </a:r>
          </a:p>
        </p:txBody>
      </p:sp>
      <p:graphicFrame>
        <p:nvGraphicFramePr>
          <p:cNvPr id="17" name="">
            <a:extLst xmlns:a="http://schemas.openxmlformats.org/drawingml/2006/main">
              <a:ext uri="{FF2B5EF4-FFF2-40B4-BE49-F238E27FC236}">
                <a16:creationId xmlns:a16="http://schemas.microsoft.com/office/drawing/2014/main" id="{B9A74A8E-CC3A-4441-968E-D6E483DBACD1}"/>
              </a:ext>
            </a:extLst>
          </p:cNvPr>
          <p:cNvGraphicFramePr/>
          <p:nvPr/>
        </p:nvGraphicFramePr>
        <p:xfrm>
          <a:off xmlns:a="http://schemas.openxmlformats.org/drawingml/2006/main" x="723900" y="3143250"/>
          <a:ext xmlns:a="http://schemas.openxmlformats.org/drawingml/2006/main" cx="10744200" cy="1952625"/>
        </p:xfrm>
        <a:graphic xmlns:a="http://schemas.openxmlformats.org/drawingml/2006/main">
          <a:graphicData uri="http://schemas.openxmlformats.org/drawingml/2006/table">
            <a:tbl>
              <a:tblPr/>
              <a:tblGrid>
                <a:gridCol w="4191000"/>
                <a:gridCol w="3276600"/>
                <a:gridCol w="3276600"/>
              </a:tblGrid>
              <a:tr h="488156">
                <a:tc>
                  <a:txBody>
                    <a:bodyPr/>
                    <a:lstStyle/>
                    <a:p>
                      <a:pPr algn="l">
                        <a:buNone/>
                      </a:pPr>
                      <a:r>
                        <a:rPr sz="1575" b="1">
                          <a:solidFill>
                            <a:srgbClr val="FFFFFF"/>
                          </a:solidFill>
                          <a:latin typeface="Tahoma"/>
                          <a:ea typeface="Tahoma"/>
                          <a:cs typeface="Tahoma"/>
                        </a:rPr>
                        <a:t>ภาพจริง</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ยอดรวมที่ HA รับ</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จำนวนรายการที่ HA รับ</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488156">
                <a:tc>
                  <a:txBody>
                    <a:bodyPr/>
                    <a:lstStyle/>
                    <a:p>
                      <a:pPr algn="l">
                        <a:buNone/>
                      </a:pPr>
                      <a:r>
                        <a:rPr sz="1725" b="0">
                          <a:solidFill>
                            <a:srgbClr val="1D2F3E"/>
                          </a:solidFill>
                          <a:latin typeface="Tahoma"/>
                          <a:ea typeface="Tahoma"/>
                          <a:cs typeface="Tahoma"/>
                        </a:rPr>
                        <a:t>R4F4EA934251E</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92140.0</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a:t>
                      </a:r>
                    </a:p>
                  </a:txBody>
                  <a:tcPr marL="91440" marR="91440" marT="45720" marB="45720">
                    <a:lnR w="9525">
                      <a:solidFill>
                        <a:srgbClr val="C7D5DD"/>
                      </a:solidFill>
                      <a:prstDash val="solid"/>
                    </a:lnR>
                    <a:lnB w="9525">
                      <a:solidFill>
                        <a:srgbClr val="C7D5DD"/>
                      </a:solidFill>
                      <a:prstDash val="solid"/>
                    </a:lnB>
                    <a:solidFill>
                      <a:srgbClr val="E6F2F5"/>
                    </a:solidFill>
                  </a:tcPr>
                </a:tc>
              </a:tr>
              <a:tr h="488156">
                <a:tc>
                  <a:txBody>
                    <a:bodyPr/>
                    <a:lstStyle/>
                    <a:p>
                      <a:pPr algn="l">
                        <a:buNone/>
                      </a:pPr>
                      <a:r>
                        <a:rPr sz="1725" b="0">
                          <a:solidFill>
                            <a:srgbClr val="1D2F3E"/>
                          </a:solidFill>
                          <a:latin typeface="Tahoma"/>
                          <a:ea typeface="Tahoma"/>
                          <a:cs typeface="Tahoma"/>
                        </a:rPr>
                        <a:t>R3B0A1D27A6DC</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99300</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a:t>
                      </a:r>
                    </a:p>
                  </a:txBody>
                  <a:tcPr marL="91440" marR="91440" marT="45720" marB="45720">
                    <a:lnR w="9525">
                      <a:solidFill>
                        <a:srgbClr val="C7D5DD"/>
                      </a:solidFill>
                      <a:prstDash val="solid"/>
                    </a:lnR>
                    <a:lnB w="9525">
                      <a:solidFill>
                        <a:srgbClr val="C7D5DD"/>
                      </a:solidFill>
                      <a:prstDash val="solid"/>
                    </a:lnB>
                    <a:solidFill>
                      <a:srgbClr val="FFFFFF"/>
                    </a:solidFill>
                  </a:tcPr>
                </a:tc>
              </a:tr>
              <a:tr h="488156">
                <a:tc>
                  <a:txBody>
                    <a:bodyPr/>
                    <a:lstStyle/>
                    <a:p>
                      <a:pPr algn="l">
                        <a:buNone/>
                      </a:pPr>
                      <a:r>
                        <a:rPr sz="1725" b="0">
                          <a:solidFill>
                            <a:srgbClr val="1D2F3E"/>
                          </a:solidFill>
                          <a:latin typeface="Tahoma"/>
                          <a:ea typeface="Tahoma"/>
                          <a:cs typeface="Tahoma"/>
                        </a:rPr>
                        <a:t>R74946CAAC57E</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0</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6</a:t>
                      </a:r>
                    </a:p>
                  </a:txBody>
                  <a:tcPr marL="91440" marR="91440" marT="45720" marB="45720">
                    <a:lnR w="9525">
                      <a:solidFill>
                        <a:srgbClr val="C7D5DD"/>
                      </a:solidFill>
                      <a:prstDash val="solid"/>
                    </a:lnR>
                    <a:lnB w="9525">
                      <a:solidFill>
                        <a:srgbClr val="C7D5DD"/>
                      </a:solidFill>
                      <a:prstDash val="solid"/>
                    </a:lnB>
                    <a:solidFill>
                      <a:srgbClr val="E6F2F5"/>
                    </a:solidFill>
                  </a:tcPr>
                </a:tc>
              </a:tr>
            </a:tbl>
          </a:graphicData>
        </a:graphic>
      </p:graphicFrame>
      <p:sp>
        <p:nvSpPr>
          <p:cNvPr id="18" name="">
            <a:extLst xmlns:a="http://schemas.openxmlformats.org/drawingml/2006/main">
              <a:ext uri="{FF2B5EF4-FFF2-40B4-BE49-F238E27FC236}">
                <a16:creationId xmlns:a16="http://schemas.microsoft.com/office/drawing/2014/main" id="{2172E0E3-572B-40A7-828B-42E1783A8589}"/>
              </a:ext>
            </a:extLst>
          </p:cNvPr>
          <p:cNvSpPr>
            <a:spLocks xmlns:a="http://schemas.openxmlformats.org/drawingml/2006/main" noGrp="1"/>
          </p:cNvSpPr>
          <p:nvPr/>
        </p:nvSpPr>
        <p:spPr>
          <a:xfrm xmlns:a="http://schemas.openxmlformats.org/drawingml/2006/main">
            <a:off x="762000" y="5334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D2F3E"/>
                </a:solidFill>
                <a:latin typeface="Tahoma"/>
                <a:ea typeface="Tahoma"/>
                <a:cs typeface="Tahoma"/>
              </a:defRPr>
            </a:defPPr>
            <a:lvl1pPr algn="l">
              <a:buNone/>
              <a:defRPr sz="1725" b="0">
                <a:solidFill>
                  <a:srgbClr val="1D2F3E"/>
                </a:solidFill>
                <a:latin typeface="Tahoma"/>
                <a:ea typeface="Tahoma"/>
                <a:cs typeface="Tahoma"/>
              </a:defRPr>
            </a:lvl1pPr>
            <a:lvl2pPr algn="l">
              <a:buNone/>
              <a:defRPr sz="1725" b="0">
                <a:solidFill>
                  <a:srgbClr val="1D2F3E"/>
                </a:solidFill>
                <a:latin typeface="Tahoma"/>
                <a:ea typeface="Tahoma"/>
                <a:cs typeface="Tahoma"/>
              </a:defRPr>
            </a:lvl2pPr>
            <a:lvl3pPr algn="l">
              <a:buNone/>
              <a:defRPr sz="1725" b="0">
                <a:solidFill>
                  <a:srgbClr val="1D2F3E"/>
                </a:solidFill>
                <a:latin typeface="Tahoma"/>
                <a:ea typeface="Tahoma"/>
                <a:cs typeface="Tahoma"/>
              </a:defRPr>
            </a:lvl3pPr>
            <a:lvl4pPr algn="l">
              <a:buNone/>
              <a:defRPr sz="1725" b="0">
                <a:solidFill>
                  <a:srgbClr val="1D2F3E"/>
                </a:solidFill>
                <a:latin typeface="Tahoma"/>
                <a:ea typeface="Tahoma"/>
                <a:cs typeface="Tahoma"/>
              </a:defRPr>
            </a:lvl4pPr>
            <a:lvl5pPr algn="l">
              <a:buNone/>
              <a:defRPr sz="1725" b="0">
                <a:solidFill>
                  <a:srgbClr val="1D2F3E"/>
                </a:solidFill>
                <a:latin typeface="Tahoma"/>
                <a:ea typeface="Tahoma"/>
                <a:cs typeface="Tahoma"/>
              </a:defRPr>
            </a:lvl5pPr>
            <a:lvl6pPr algn="l">
              <a:buNone/>
              <a:defRPr sz="1725" b="0">
                <a:solidFill>
                  <a:srgbClr val="1D2F3E"/>
                </a:solidFill>
                <a:latin typeface="Tahoma"/>
                <a:ea typeface="Tahoma"/>
                <a:cs typeface="Tahoma"/>
              </a:defRPr>
            </a:lvl6pPr>
            <a:lvl7pPr algn="l">
              <a:buNone/>
              <a:defRPr sz="1725" b="0">
                <a:solidFill>
                  <a:srgbClr val="1D2F3E"/>
                </a:solidFill>
                <a:latin typeface="Tahoma"/>
                <a:ea typeface="Tahoma"/>
                <a:cs typeface="Tahoma"/>
              </a:defRPr>
            </a:lvl7pPr>
            <a:lvl8pPr algn="l">
              <a:buNone/>
              <a:defRPr sz="1725" b="0">
                <a:solidFill>
                  <a:srgbClr val="1D2F3E"/>
                </a:solidFill>
                <a:latin typeface="Tahoma"/>
                <a:ea typeface="Tahoma"/>
                <a:cs typeface="Tahoma"/>
              </a:defRPr>
            </a:lvl8pPr>
            <a:lvl9pPr algn="l">
              <a:buNone/>
              <a:defRPr sz="1725" b="0">
                <a:solidFill>
                  <a:srgbClr val="1D2F3E"/>
                </a:solidFill>
                <a:latin typeface="Tahoma"/>
                <a:ea typeface="Tahoma"/>
                <a:cs typeface="Tahoma"/>
              </a:defRPr>
            </a:lvl9pPr>
          </a:lstStyle>
          <a:p xmlns:a="http://schemas.openxmlformats.org/drawingml/2006/main">
            <a:pPr algn="l">
              <a:buNone/>
              <a:defRPr sz="1725" b="0">
                <a:solidFill>
                  <a:srgbClr val="1D2F3E"/>
                </a:solidFill>
                <a:latin typeface="Tahoma"/>
                <a:ea typeface="Tahoma"/>
                <a:cs typeface="Tahoma"/>
              </a:defRPr>
            </a:pPr>
            <a:r>
              <a:rPr sz="1725" b="0">
                <a:solidFill>
                  <a:srgbClr val="1D2F3E"/>
                </a:solidFill>
                <a:latin typeface="Tahoma"/>
                <a:ea typeface="Tahoma"/>
                <a:cs typeface="Tahoma"/>
              </a:rPr>
              <a:t>ตรวจ event_id และค่าทั้งสองปลายทาง รวมกรณีส่งซ้ำและ broker หยุด</a:t>
            </a:r>
          </a:p>
        </p:txBody>
      </p:sp>
      <p:sp>
        <p:nvSpPr>
          <p:cNvPr id="19" name="">
            <a:extLst xmlns:a="http://schemas.openxmlformats.org/drawingml/2006/main">
              <a:ext uri="{FF2B5EF4-FFF2-40B4-BE49-F238E27FC236}">
                <a16:creationId xmlns:a16="http://schemas.microsoft.com/office/drawing/2014/main" id="{C7CA3420-4869-4132-AA90-1E9510319731}"/>
              </a:ext>
            </a:extLst>
          </p:cNvPr>
          <p:cNvSpPr>
            <a:spLocks xmlns:a="http://schemas.openxmlformats.org/drawingml/2006/main" noGrp="1"/>
          </p:cNvSpPr>
          <p:nvPr/>
        </p:nvSpPr>
        <p:spPr>
          <a:xfrm xmlns:a="http://schemas.openxmlformats.org/drawingml/2006/main">
            <a:off x="762000" y="5753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1D2A5D"/>
                </a:solidFill>
                <a:latin typeface="Tahoma"/>
                <a:ea typeface="Tahoma"/>
                <a:cs typeface="Tahoma"/>
              </a:defRPr>
            </a:defPPr>
            <a:lvl1pPr algn="l">
              <a:buNone/>
              <a:defRPr sz="1575" b="1">
                <a:solidFill>
                  <a:srgbClr val="1D2A5D"/>
                </a:solidFill>
                <a:latin typeface="Tahoma"/>
                <a:ea typeface="Tahoma"/>
                <a:cs typeface="Tahoma"/>
              </a:defRPr>
            </a:lvl1pPr>
            <a:lvl2pPr algn="l">
              <a:buNone/>
              <a:defRPr sz="1575" b="1">
                <a:solidFill>
                  <a:srgbClr val="1D2A5D"/>
                </a:solidFill>
                <a:latin typeface="Tahoma"/>
                <a:ea typeface="Tahoma"/>
                <a:cs typeface="Tahoma"/>
              </a:defRPr>
            </a:lvl2pPr>
            <a:lvl3pPr algn="l">
              <a:buNone/>
              <a:defRPr sz="1575" b="1">
                <a:solidFill>
                  <a:srgbClr val="1D2A5D"/>
                </a:solidFill>
                <a:latin typeface="Tahoma"/>
                <a:ea typeface="Tahoma"/>
                <a:cs typeface="Tahoma"/>
              </a:defRPr>
            </a:lvl3pPr>
            <a:lvl4pPr algn="l">
              <a:buNone/>
              <a:defRPr sz="1575" b="1">
                <a:solidFill>
                  <a:srgbClr val="1D2A5D"/>
                </a:solidFill>
                <a:latin typeface="Tahoma"/>
                <a:ea typeface="Tahoma"/>
                <a:cs typeface="Tahoma"/>
              </a:defRPr>
            </a:lvl4pPr>
            <a:lvl5pPr algn="l">
              <a:buNone/>
              <a:defRPr sz="1575" b="1">
                <a:solidFill>
                  <a:srgbClr val="1D2A5D"/>
                </a:solidFill>
                <a:latin typeface="Tahoma"/>
                <a:ea typeface="Tahoma"/>
                <a:cs typeface="Tahoma"/>
              </a:defRPr>
            </a:lvl5pPr>
            <a:lvl6pPr algn="l">
              <a:buNone/>
              <a:defRPr sz="1575" b="1">
                <a:solidFill>
                  <a:srgbClr val="1D2A5D"/>
                </a:solidFill>
                <a:latin typeface="Tahoma"/>
                <a:ea typeface="Tahoma"/>
                <a:cs typeface="Tahoma"/>
              </a:defRPr>
            </a:lvl6pPr>
            <a:lvl7pPr algn="l">
              <a:buNone/>
              <a:defRPr sz="1575" b="1">
                <a:solidFill>
                  <a:srgbClr val="1D2A5D"/>
                </a:solidFill>
                <a:latin typeface="Tahoma"/>
                <a:ea typeface="Tahoma"/>
                <a:cs typeface="Tahoma"/>
              </a:defRPr>
            </a:lvl7pPr>
            <a:lvl8pPr algn="l">
              <a:buNone/>
              <a:defRPr sz="1575" b="1">
                <a:solidFill>
                  <a:srgbClr val="1D2A5D"/>
                </a:solidFill>
                <a:latin typeface="Tahoma"/>
                <a:ea typeface="Tahoma"/>
                <a:cs typeface="Tahoma"/>
              </a:defRPr>
            </a:lvl8pPr>
            <a:lvl9pPr algn="l">
              <a:buNone/>
              <a:defRPr sz="1575" b="1">
                <a:solidFill>
                  <a:srgbClr val="1D2A5D"/>
                </a:solidFill>
                <a:latin typeface="Tahoma"/>
                <a:ea typeface="Tahoma"/>
                <a:cs typeface="Tahoma"/>
              </a:defRPr>
            </a:lvl9pPr>
          </a:lstStyle>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ค่าดิบจากโมเดลอาจผิด: ตารางนี้ยืนยันการส่ง ไม่ใช่ความถูกต้องของยอดซื้อ</a:t>
            </a:r>
          </a:p>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ชุดทดสอบใช้การยืนยันอัตโนมัติเพื่อวัดการส่งข้อมูล</a:t>
            </a:r>
          </a:p>
        </p:txBody>
      </p:sp>
      <p:sp>
        <p:nvSpPr>
          <p:cNvPr id="20" name="">
            <a:extLst xmlns:a="http://schemas.openxmlformats.org/drawingml/2006/main">
              <a:ext uri="{FF2B5EF4-FFF2-40B4-BE49-F238E27FC236}">
                <a16:creationId xmlns:a16="http://schemas.microsoft.com/office/drawing/2014/main" id="{3D5C7E7A-B5FC-4D03-B844-8EAFA0C26AB0}"/>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BA94D4-0ACD-4307-8A18-81C882108525}"/>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22" name="">
            <a:extLst xmlns:a="http://schemas.openxmlformats.org/drawingml/2006/main">
              <a:ext uri="{FF2B5EF4-FFF2-40B4-BE49-F238E27FC236}">
                <a16:creationId xmlns:a16="http://schemas.microsoft.com/office/drawing/2014/main" id="{8BCE0FBE-7B4B-421A-A989-123BDAFE2B81}"/>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18</a:t>
            </a:r>
          </a:p>
        </p:txBody>
      </p:sp>
    </p:spTree>
    <p:extLst>
      <p:ext uri="{BB962C8B-B14F-4D97-AF65-F5344CB8AC3E}">
        <p14:creationId xmlns:p14="http://schemas.microsoft.com/office/powerpoint/2010/main" val="6484850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5A69E0-4768-4BAE-9664-877EDC0649F4}"/>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buNone/>
              <a:defRPr sz="2663" b="1">
                <a:solidFill>
                  <a:srgbClr val="1D2A5D"/>
                </a:solidFill>
                <a:latin typeface="Tahoma"/>
                <a:ea typeface="Tahoma"/>
                <a:cs typeface="Tahoma"/>
              </a:defRPr>
            </a:lvl1pPr>
            <a:lvl2pPr algn="l">
              <a:buNone/>
              <a:defRPr sz="2663" b="1">
                <a:solidFill>
                  <a:srgbClr val="1D2A5D"/>
                </a:solidFill>
                <a:latin typeface="Tahoma"/>
                <a:ea typeface="Tahoma"/>
                <a:cs typeface="Tahoma"/>
              </a:defRPr>
            </a:lvl2pPr>
            <a:lvl3pPr algn="l">
              <a:buNone/>
              <a:defRPr sz="2663" b="1">
                <a:solidFill>
                  <a:srgbClr val="1D2A5D"/>
                </a:solidFill>
                <a:latin typeface="Tahoma"/>
                <a:ea typeface="Tahoma"/>
                <a:cs typeface="Tahoma"/>
              </a:defRPr>
            </a:lvl3pPr>
            <a:lvl4pPr algn="l">
              <a:buNone/>
              <a:defRPr sz="2663" b="1">
                <a:solidFill>
                  <a:srgbClr val="1D2A5D"/>
                </a:solidFill>
                <a:latin typeface="Tahoma"/>
                <a:ea typeface="Tahoma"/>
                <a:cs typeface="Tahoma"/>
              </a:defRPr>
            </a:lvl4pPr>
            <a:lvl5pPr algn="l">
              <a:buNone/>
              <a:defRPr sz="2663" b="1">
                <a:solidFill>
                  <a:srgbClr val="1D2A5D"/>
                </a:solidFill>
                <a:latin typeface="Tahoma"/>
                <a:ea typeface="Tahoma"/>
                <a:cs typeface="Tahoma"/>
              </a:defRPr>
            </a:lvl5pPr>
            <a:lvl6pPr algn="l">
              <a:buNone/>
              <a:defRPr sz="2663" b="1">
                <a:solidFill>
                  <a:srgbClr val="1D2A5D"/>
                </a:solidFill>
                <a:latin typeface="Tahoma"/>
                <a:ea typeface="Tahoma"/>
                <a:cs typeface="Tahoma"/>
              </a:defRPr>
            </a:lvl6pPr>
            <a:lvl7pPr algn="l">
              <a:buNone/>
              <a:defRPr sz="2663" b="1">
                <a:solidFill>
                  <a:srgbClr val="1D2A5D"/>
                </a:solidFill>
                <a:latin typeface="Tahoma"/>
                <a:ea typeface="Tahoma"/>
                <a:cs typeface="Tahoma"/>
              </a:defRPr>
            </a:lvl7pPr>
            <a:lvl8pPr algn="l">
              <a:buNone/>
              <a:defRPr sz="2663" b="1">
                <a:solidFill>
                  <a:srgbClr val="1D2A5D"/>
                </a:solidFill>
                <a:latin typeface="Tahoma"/>
                <a:ea typeface="Tahoma"/>
                <a:cs typeface="Tahoma"/>
              </a:defRPr>
            </a:lvl8pPr>
            <a:lvl9pPr algn="l">
              <a:buNone/>
              <a:defRPr sz="2663" b="1">
                <a:solidFill>
                  <a:srgbClr val="1D2A5D"/>
                </a:solidFill>
                <a:latin typeface="Tahoma"/>
                <a:ea typeface="Tahoma"/>
                <a:cs typeface="Tahoma"/>
              </a:defRPr>
            </a:lvl9pPr>
          </a:lstStyle>
          <a:p xmlns:a="http://schemas.openxmlformats.org/drawingml/2006/main">
            <a:pPr algn="l">
              <a:buNone/>
              <a:defRPr sz="2663" b="1">
                <a:solidFill>
                  <a:srgbClr val="1D2A5D"/>
                </a:solidFill>
                <a:latin typeface="Tahoma"/>
                <a:ea typeface="Tahoma"/>
                <a:cs typeface="Tahoma"/>
              </a:defRPr>
            </a:pPr>
            <a:r>
              <a:rPr sz="2663" b="1">
                <a:solidFill>
                  <a:srgbClr val="1D2A5D"/>
                </a:solidFill>
                <a:latin typeface="Tahoma"/>
                <a:ea typeface="Tahoma"/>
                <a:cs typeface="Tahoma"/>
              </a:rPr>
              <a:t>เวลาและหน่วยความจำของเดโมบน PC</a:t>
            </a:r>
          </a:p>
        </p:txBody>
      </p:sp>
      <p:sp>
        <p:nvSpPr>
          <p:cNvPr id="2" name="">
            <a:extLst xmlns:a="http://schemas.openxmlformats.org/drawingml/2006/main">
              <a:ext uri="{FF2B5EF4-FFF2-40B4-BE49-F238E27FC236}">
                <a16:creationId xmlns:a16="http://schemas.microsoft.com/office/drawing/2014/main" id="{9E946113-DCA4-4E87-896D-4B6F1D13E6B7}"/>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buNone/>
              <a:defRPr sz="1600" b="0">
                <a:solidFill>
                  <a:srgbClr val="5A7180"/>
                </a:solidFill>
                <a:latin typeface="Tahoma"/>
                <a:ea typeface="Tahoma"/>
                <a:cs typeface="Tahoma"/>
              </a:defRPr>
            </a:lvl1pPr>
            <a:lvl2pPr algn="l">
              <a:buNone/>
              <a:defRPr sz="1600" b="0">
                <a:solidFill>
                  <a:srgbClr val="5A7180"/>
                </a:solidFill>
                <a:latin typeface="Tahoma"/>
                <a:ea typeface="Tahoma"/>
                <a:cs typeface="Tahoma"/>
              </a:defRPr>
            </a:lvl2pPr>
            <a:lvl3pPr algn="l">
              <a:buNone/>
              <a:defRPr sz="1600" b="0">
                <a:solidFill>
                  <a:srgbClr val="5A7180"/>
                </a:solidFill>
                <a:latin typeface="Tahoma"/>
                <a:ea typeface="Tahoma"/>
                <a:cs typeface="Tahoma"/>
              </a:defRPr>
            </a:lvl3pPr>
            <a:lvl4pPr algn="l">
              <a:buNone/>
              <a:defRPr sz="1600" b="0">
                <a:solidFill>
                  <a:srgbClr val="5A7180"/>
                </a:solidFill>
                <a:latin typeface="Tahoma"/>
                <a:ea typeface="Tahoma"/>
                <a:cs typeface="Tahoma"/>
              </a:defRPr>
            </a:lvl4pPr>
            <a:lvl5pPr algn="l">
              <a:buNone/>
              <a:defRPr sz="1600" b="0">
                <a:solidFill>
                  <a:srgbClr val="5A7180"/>
                </a:solidFill>
                <a:latin typeface="Tahoma"/>
                <a:ea typeface="Tahoma"/>
                <a:cs typeface="Tahoma"/>
              </a:defRPr>
            </a:lvl5pPr>
            <a:lvl6pPr algn="l">
              <a:buNone/>
              <a:defRPr sz="1600" b="0">
                <a:solidFill>
                  <a:srgbClr val="5A7180"/>
                </a:solidFill>
                <a:latin typeface="Tahoma"/>
                <a:ea typeface="Tahoma"/>
                <a:cs typeface="Tahoma"/>
              </a:defRPr>
            </a:lvl6pPr>
            <a:lvl7pPr algn="l">
              <a:buNone/>
              <a:defRPr sz="1600" b="0">
                <a:solidFill>
                  <a:srgbClr val="5A7180"/>
                </a:solidFill>
                <a:latin typeface="Tahoma"/>
                <a:ea typeface="Tahoma"/>
                <a:cs typeface="Tahoma"/>
              </a:defRPr>
            </a:lvl7pPr>
            <a:lvl8pPr algn="l">
              <a:buNone/>
              <a:defRPr sz="1600" b="0">
                <a:solidFill>
                  <a:srgbClr val="5A7180"/>
                </a:solidFill>
                <a:latin typeface="Tahoma"/>
                <a:ea typeface="Tahoma"/>
                <a:cs typeface="Tahoma"/>
              </a:defRPr>
            </a:lvl8pPr>
            <a:lvl9pPr algn="l">
              <a:buNone/>
              <a:defRPr sz="1600" b="0">
                <a:solidFill>
                  <a:srgbClr val="5A7180"/>
                </a:solidFill>
                <a:latin typeface="Tahoma"/>
                <a:ea typeface="Tahoma"/>
                <a:cs typeface="Tahoma"/>
              </a:defRPr>
            </a:lvl9pPr>
          </a:lstStyle>
          <a:p xmlns:a="http://schemas.openxmlformats.org/drawingml/2006/main">
            <a:pPr algn="l">
              <a:buNone/>
              <a:defRPr sz="1600" b="0">
                <a:solidFill>
                  <a:srgbClr val="5A7180"/>
                </a:solidFill>
                <a:latin typeface="Tahoma"/>
                <a:ea typeface="Tahoma"/>
                <a:cs typeface="Tahoma"/>
              </a:defRPr>
            </a:pPr>
            <a:r>
              <a:rPr sz="1600" b="0">
                <a:solidFill>
                  <a:srgbClr val="5A7180"/>
                </a:solidFill>
                <a:latin typeface="Tahoma"/>
                <a:ea typeface="Tahoma"/>
                <a:cs typeface="Tahoma"/>
              </a:rPr>
              <a:t>Qwen3 0.6B-Q4_K_M / Tesseract: 3 ภาพ × 3 รอบ แยก warm-up</a:t>
            </a:r>
          </a:p>
        </p:txBody>
      </p:sp>
      <p:graphicFrame>
        <p:nvGraphicFramePr>
          <p:cNvPr id="3" name="">
            <a:extLst xmlns:a="http://schemas.openxmlformats.org/drawingml/2006/main">
              <a:ext uri="{FF2B5EF4-FFF2-40B4-BE49-F238E27FC236}">
                <a16:creationId xmlns:a16="http://schemas.microsoft.com/office/drawing/2014/main" id="{65DE531C-9036-432A-9670-FE9798AA3140}"/>
              </a:ext>
            </a:extLst>
          </p:cNvPr>
          <p:cNvGraphicFramePr/>
          <p:nvPr/>
        </p:nvGraphicFramePr>
        <p:xfrm>
          <a:off xmlns:a="http://schemas.openxmlformats.org/drawingml/2006/main" x="723900" y="1762125"/>
          <a:ext xmlns:a="http://schemas.openxmlformats.org/drawingml/2006/main" cx="10744200" cy="2381250"/>
        </p:xfrm>
        <a:graphic xmlns:a="http://schemas.openxmlformats.org/drawingml/2006/main">
          <a:graphicData uri="http://schemas.openxmlformats.org/drawingml/2006/table">
            <a:tbl>
              <a:tblPr/>
              <a:tblGrid>
                <a:gridCol w="5143500"/>
                <a:gridCol w="2800350"/>
                <a:gridCol w="2800350"/>
              </a:tblGrid>
              <a:tr h="595313">
                <a:tc>
                  <a:txBody>
                    <a:bodyPr/>
                    <a:lstStyle/>
                    <a:p>
                      <a:pPr algn="l">
                        <a:buNone/>
                      </a:pPr>
                      <a:r>
                        <a:rPr sz="1575" b="1">
                          <a:solidFill>
                            <a:srgbClr val="FFFFFF"/>
                          </a:solidFill>
                          <a:latin typeface="Tahoma"/>
                          <a:ea typeface="Tahoma"/>
                          <a:cs typeface="Tahoma"/>
                        </a:rPr>
                        <a:t>ตัวชี้วัด</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มัธยฐาน</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ต่ำสุด–สูงสุด</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595313">
                <a:tc>
                  <a:txBody>
                    <a:bodyPr/>
                    <a:lstStyle/>
                    <a:p>
                      <a:pPr algn="l">
                        <a:buNone/>
                      </a:pPr>
                      <a:r>
                        <a:rPr sz="1725" b="0">
                          <a:solidFill>
                            <a:srgbClr val="1D2F3E"/>
                          </a:solidFill>
                          <a:latin typeface="Tahoma"/>
                          <a:ea typeface="Tahoma"/>
                          <a:cs typeface="Tahoma"/>
                        </a:rPr>
                        <a:t>ภาพถึงสังเกตค่าใน HA</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10.758 วินาที</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6.215–14.807</a:t>
                      </a:r>
                    </a:p>
                  </a:txBody>
                  <a:tcPr marL="91440" marR="91440" marT="45720" marB="45720">
                    <a:lnR w="9525">
                      <a:solidFill>
                        <a:srgbClr val="C7D5DD"/>
                      </a:solidFill>
                      <a:prstDash val="solid"/>
                    </a:lnR>
                    <a:lnB w="9525">
                      <a:solidFill>
                        <a:srgbClr val="C7D5DD"/>
                      </a:solidFill>
                      <a:prstDash val="solid"/>
                    </a:lnB>
                    <a:solidFill>
                      <a:srgbClr val="E6F2F5"/>
                    </a:solidFill>
                  </a:tcPr>
                </a:tc>
              </a:tr>
              <a:tr h="595313">
                <a:tc>
                  <a:txBody>
                    <a:bodyPr/>
                    <a:lstStyle/>
                    <a:p>
                      <a:pPr algn="l">
                        <a:buNone/>
                      </a:pPr>
                      <a:r>
                        <a:rPr sz="1725" b="0">
                          <a:solidFill>
                            <a:srgbClr val="1D2F3E"/>
                          </a:solidFill>
                          <a:latin typeface="Tahoma"/>
                          <a:ea typeface="Tahoma"/>
                          <a:cs typeface="Tahoma"/>
                        </a:rPr>
                        <a:t>เริ่มส่งถึงสังเกตค่าใน HA</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0.103 วินาที</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0.056–0.127</a:t>
                      </a:r>
                    </a:p>
                  </a:txBody>
                  <a:tcPr marL="91440" marR="91440" marT="45720" marB="45720">
                    <a:lnR w="9525">
                      <a:solidFill>
                        <a:srgbClr val="C7D5DD"/>
                      </a:solidFill>
                      <a:prstDash val="solid"/>
                    </a:lnR>
                    <a:lnB w="9525">
                      <a:solidFill>
                        <a:srgbClr val="C7D5DD"/>
                      </a:solidFill>
                      <a:prstDash val="solid"/>
                    </a:lnB>
                    <a:solidFill>
                      <a:srgbClr val="FFFFFF"/>
                    </a:solidFill>
                  </a:tcPr>
                </a:tc>
              </a:tr>
              <a:tr h="595313">
                <a:tc>
                  <a:txBody>
                    <a:bodyPr/>
                    <a:lstStyle/>
                    <a:p>
                      <a:pPr algn="l">
                        <a:buNone/>
                      </a:pPr>
                      <a:r>
                        <a:rPr sz="1725" b="0">
                          <a:solidFill>
                            <a:srgbClr val="1D2F3E"/>
                          </a:solidFill>
                          <a:latin typeface="Tahoma"/>
                          <a:ea typeface="Tahoma"/>
                          <a:cs typeface="Tahoma"/>
                        </a:rPr>
                        <a:t>RSS ฝั่ง Windows host</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1.985 GiB</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1.980–1.990</a:t>
                      </a:r>
                    </a:p>
                  </a:txBody>
                  <a:tcPr marL="91440" marR="91440" marT="45720" marB="45720">
                    <a:lnR w="9525">
                      <a:solidFill>
                        <a:srgbClr val="C7D5DD"/>
                      </a:solidFill>
                      <a:prstDash val="solid"/>
                    </a:lnR>
                    <a:lnB w="9525">
                      <a:solidFill>
                        <a:srgbClr val="C7D5DD"/>
                      </a:solidFill>
                      <a:prstDash val="solid"/>
                    </a:lnB>
                    <a:solidFill>
                      <a:srgbClr val="E6F2F5"/>
                    </a:solidFill>
                  </a:tcPr>
                </a:tc>
              </a:tr>
            </a:tbl>
          </a:graphicData>
        </a:graphic>
      </p:graphicFrame>
      <p:sp>
        <p:nvSpPr>
          <p:cNvPr id="4" name="">
            <a:extLst xmlns:a="http://schemas.openxmlformats.org/drawingml/2006/main">
              <a:ext uri="{FF2B5EF4-FFF2-40B4-BE49-F238E27FC236}">
                <a16:creationId xmlns:a16="http://schemas.microsoft.com/office/drawing/2014/main" id="{C9319EC5-281A-463C-8468-7D641EBD9C6E}"/>
              </a:ext>
            </a:extLst>
          </p:cNvPr>
          <p:cNvSpPr>
            <a:spLocks xmlns:a="http://schemas.openxmlformats.org/drawingml/2006/main" noGrp="1"/>
          </p:cNvSpPr>
          <p:nvPr/>
        </p:nvSpPr>
        <p:spPr>
          <a:xfrm xmlns:a="http://schemas.openxmlformats.org/drawingml/2006/main">
            <a:off x="762000" y="44481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D2F3E"/>
                </a:solidFill>
                <a:latin typeface="Tahoma"/>
                <a:ea typeface="Tahoma"/>
                <a:cs typeface="Tahoma"/>
              </a:defRPr>
            </a:defPPr>
            <a:lvl1pPr algn="l">
              <a:buNone/>
              <a:defRPr sz="1875" b="0">
                <a:solidFill>
                  <a:srgbClr val="1D2F3E"/>
                </a:solidFill>
                <a:latin typeface="Tahoma"/>
                <a:ea typeface="Tahoma"/>
                <a:cs typeface="Tahoma"/>
              </a:defRPr>
            </a:lvl1pPr>
            <a:lvl2pPr algn="l">
              <a:buNone/>
              <a:defRPr sz="1875" b="0">
                <a:solidFill>
                  <a:srgbClr val="1D2F3E"/>
                </a:solidFill>
                <a:latin typeface="Tahoma"/>
                <a:ea typeface="Tahoma"/>
                <a:cs typeface="Tahoma"/>
              </a:defRPr>
            </a:lvl2pPr>
            <a:lvl3pPr algn="l">
              <a:buNone/>
              <a:defRPr sz="1875" b="0">
                <a:solidFill>
                  <a:srgbClr val="1D2F3E"/>
                </a:solidFill>
                <a:latin typeface="Tahoma"/>
                <a:ea typeface="Tahoma"/>
                <a:cs typeface="Tahoma"/>
              </a:defRPr>
            </a:lvl3pPr>
            <a:lvl4pPr algn="l">
              <a:buNone/>
              <a:defRPr sz="1875" b="0">
                <a:solidFill>
                  <a:srgbClr val="1D2F3E"/>
                </a:solidFill>
                <a:latin typeface="Tahoma"/>
                <a:ea typeface="Tahoma"/>
                <a:cs typeface="Tahoma"/>
              </a:defRPr>
            </a:lvl4pPr>
            <a:lvl5pPr algn="l">
              <a:buNone/>
              <a:defRPr sz="1875" b="0">
                <a:solidFill>
                  <a:srgbClr val="1D2F3E"/>
                </a:solidFill>
                <a:latin typeface="Tahoma"/>
                <a:ea typeface="Tahoma"/>
                <a:cs typeface="Tahoma"/>
              </a:defRPr>
            </a:lvl5pPr>
            <a:lvl6pPr algn="l">
              <a:buNone/>
              <a:defRPr sz="1875" b="0">
                <a:solidFill>
                  <a:srgbClr val="1D2F3E"/>
                </a:solidFill>
                <a:latin typeface="Tahoma"/>
                <a:ea typeface="Tahoma"/>
                <a:cs typeface="Tahoma"/>
              </a:defRPr>
            </a:lvl6pPr>
            <a:lvl7pPr algn="l">
              <a:buNone/>
              <a:defRPr sz="1875" b="0">
                <a:solidFill>
                  <a:srgbClr val="1D2F3E"/>
                </a:solidFill>
                <a:latin typeface="Tahoma"/>
                <a:ea typeface="Tahoma"/>
                <a:cs typeface="Tahoma"/>
              </a:defRPr>
            </a:lvl7pPr>
            <a:lvl8pPr algn="l">
              <a:buNone/>
              <a:defRPr sz="1875" b="0">
                <a:solidFill>
                  <a:srgbClr val="1D2F3E"/>
                </a:solidFill>
                <a:latin typeface="Tahoma"/>
                <a:ea typeface="Tahoma"/>
                <a:cs typeface="Tahoma"/>
              </a:defRPr>
            </a:lvl8pPr>
            <a:lvl9pPr algn="l">
              <a:buNone/>
              <a:defRPr sz="1875" b="0">
                <a:solidFill>
                  <a:srgbClr val="1D2F3E"/>
                </a:solidFill>
                <a:latin typeface="Tahoma"/>
                <a:ea typeface="Tahoma"/>
                <a:cs typeface="Tahoma"/>
              </a:defRPr>
            </a:lvl9pPr>
          </a:lstStyle>
          <a:p xmlns:a="http://schemas.openxmlformats.org/drawingml/2006/main">
            <a:pPr algn="l">
              <a:buNone/>
              <a:defRPr sz="1875" b="0">
                <a:solidFill>
                  <a:srgbClr val="1D2F3E"/>
                </a:solidFill>
                <a:latin typeface="Tahoma"/>
                <a:ea typeface="Tahoma"/>
                <a:cs typeface="Tahoma"/>
              </a:defRPr>
            </a:pPr>
            <a:r>
              <a:rPr sz="1875" b="0">
                <a:solidFill>
                  <a:srgbClr val="1D2F3E"/>
                </a:solidFill>
                <a:latin typeface="Tahoma"/>
                <a:ea typeface="Tahoma"/>
                <a:cs typeface="Tahoma"/>
              </a:rPr>
              <a:t>คงโมเดลในหน่วยความจำ / ยืนยันอัตโนมัติ / ไม่รวมเวลาคนตรวจแก้</a:t>
            </a:r>
          </a:p>
          <a:p xmlns:a="http://schemas.openxmlformats.org/drawingml/2006/main">
            <a:pPr algn="l">
              <a:buNone/>
              <a:defRPr sz="1875" b="0">
                <a:solidFill>
                  <a:srgbClr val="1D2F3E"/>
                </a:solidFill>
                <a:latin typeface="Tahoma"/>
                <a:ea typeface="Tahoma"/>
                <a:cs typeface="Tahoma"/>
              </a:defRPr>
            </a:pPr>
            <a:r>
              <a:rPr sz="1875" b="0">
                <a:solidFill>
                  <a:srgbClr val="1D2F3E"/>
                </a:solidFill>
                <a:latin typeface="Tahoma"/>
                <a:ea typeface="Tahoma"/>
                <a:cs typeface="Tahoma"/>
              </a:rPr>
              <a:t>RSS ของ Home Assistant และ broker วัดแยกใน Linux</a:t>
            </a:r>
          </a:p>
        </p:txBody>
      </p:sp>
      <p:sp>
        <p:nvSpPr>
          <p:cNvPr id="5" name="">
            <a:extLst xmlns:a="http://schemas.openxmlformats.org/drawingml/2006/main">
              <a:ext uri="{FF2B5EF4-FFF2-40B4-BE49-F238E27FC236}">
                <a16:creationId xmlns:a16="http://schemas.microsoft.com/office/drawing/2014/main" id="{E38EF965-2247-4BBB-902E-6E24F6783A26}"/>
              </a:ext>
            </a:extLst>
          </p:cNvPr>
          <p:cNvSpPr>
            <a:spLocks xmlns:a="http://schemas.openxmlformats.org/drawingml/2006/main" noGrp="1"/>
          </p:cNvSpPr>
          <p:nvPr/>
        </p:nvSpPr>
        <p:spPr>
          <a:xfrm xmlns:a="http://schemas.openxmlformats.org/drawingml/2006/main">
            <a:off x="762000" y="5476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D2A5D"/>
                </a:solidFill>
                <a:latin typeface="Tahoma"/>
                <a:ea typeface="Tahoma"/>
                <a:cs typeface="Tahoma"/>
              </a:defRPr>
            </a:defPPr>
            <a:lvl1pPr algn="l">
              <a:buNone/>
              <a:defRPr sz="1875" b="1">
                <a:solidFill>
                  <a:srgbClr val="1D2A5D"/>
                </a:solidFill>
                <a:latin typeface="Tahoma"/>
                <a:ea typeface="Tahoma"/>
                <a:cs typeface="Tahoma"/>
              </a:defRPr>
            </a:lvl1pPr>
            <a:lvl2pPr algn="l">
              <a:buNone/>
              <a:defRPr sz="1875" b="1">
                <a:solidFill>
                  <a:srgbClr val="1D2A5D"/>
                </a:solidFill>
                <a:latin typeface="Tahoma"/>
                <a:ea typeface="Tahoma"/>
                <a:cs typeface="Tahoma"/>
              </a:defRPr>
            </a:lvl2pPr>
            <a:lvl3pPr algn="l">
              <a:buNone/>
              <a:defRPr sz="1875" b="1">
                <a:solidFill>
                  <a:srgbClr val="1D2A5D"/>
                </a:solidFill>
                <a:latin typeface="Tahoma"/>
                <a:ea typeface="Tahoma"/>
                <a:cs typeface="Tahoma"/>
              </a:defRPr>
            </a:lvl3pPr>
            <a:lvl4pPr algn="l">
              <a:buNone/>
              <a:defRPr sz="1875" b="1">
                <a:solidFill>
                  <a:srgbClr val="1D2A5D"/>
                </a:solidFill>
                <a:latin typeface="Tahoma"/>
                <a:ea typeface="Tahoma"/>
                <a:cs typeface="Tahoma"/>
              </a:defRPr>
            </a:lvl4pPr>
            <a:lvl5pPr algn="l">
              <a:buNone/>
              <a:defRPr sz="1875" b="1">
                <a:solidFill>
                  <a:srgbClr val="1D2A5D"/>
                </a:solidFill>
                <a:latin typeface="Tahoma"/>
                <a:ea typeface="Tahoma"/>
                <a:cs typeface="Tahoma"/>
              </a:defRPr>
            </a:lvl5pPr>
            <a:lvl6pPr algn="l">
              <a:buNone/>
              <a:defRPr sz="1875" b="1">
                <a:solidFill>
                  <a:srgbClr val="1D2A5D"/>
                </a:solidFill>
                <a:latin typeface="Tahoma"/>
                <a:ea typeface="Tahoma"/>
                <a:cs typeface="Tahoma"/>
              </a:defRPr>
            </a:lvl6pPr>
            <a:lvl7pPr algn="l">
              <a:buNone/>
              <a:defRPr sz="1875" b="1">
                <a:solidFill>
                  <a:srgbClr val="1D2A5D"/>
                </a:solidFill>
                <a:latin typeface="Tahoma"/>
                <a:ea typeface="Tahoma"/>
                <a:cs typeface="Tahoma"/>
              </a:defRPr>
            </a:lvl7pPr>
            <a:lvl8pPr algn="l">
              <a:buNone/>
              <a:defRPr sz="1875" b="1">
                <a:solidFill>
                  <a:srgbClr val="1D2A5D"/>
                </a:solidFill>
                <a:latin typeface="Tahoma"/>
                <a:ea typeface="Tahoma"/>
                <a:cs typeface="Tahoma"/>
              </a:defRPr>
            </a:lvl8pPr>
            <a:lvl9pPr algn="l">
              <a:buNone/>
              <a:defRPr sz="1875" b="1">
                <a:solidFill>
                  <a:srgbClr val="1D2A5D"/>
                </a:solidFill>
                <a:latin typeface="Tahoma"/>
                <a:ea typeface="Tahoma"/>
                <a:cs typeface="Tahoma"/>
              </a:defRPr>
            </a:lvl9pPr>
          </a:lstStyle>
          <a:p xmlns:a="http://schemas.openxmlformats.org/drawingml/2006/main">
            <a:pPr algn="l">
              <a:buNone/>
              <a:defRPr sz="1875" b="1">
                <a:solidFill>
                  <a:srgbClr val="1D2A5D"/>
                </a:solidFill>
                <a:latin typeface="Tahoma"/>
                <a:ea typeface="Tahoma"/>
                <a:cs typeface="Tahoma"/>
              </a:defRPr>
            </a:pPr>
            <a:r>
              <a:rPr sz="1875" b="1">
                <a:solidFill>
                  <a:srgbClr val="1D2A5D"/>
                </a:solidFill>
                <a:latin typeface="Tahoma"/>
                <a:ea typeface="Tahoma"/>
                <a:cs typeface="Tahoma"/>
              </a:rPr>
              <a:t>RKNN แปลงและรันผ่าน SDK บน PC ได้แล้ว</a:t>
            </a:r>
          </a:p>
          <a:p xmlns:a="http://schemas.openxmlformats.org/drawingml/2006/main">
            <a:pPr algn="l">
              <a:buNone/>
              <a:defRPr sz="1875" b="1">
                <a:solidFill>
                  <a:srgbClr val="1D2A5D"/>
                </a:solidFill>
                <a:latin typeface="Tahoma"/>
                <a:ea typeface="Tahoma"/>
                <a:cs typeface="Tahoma"/>
              </a:defRPr>
            </a:pPr>
            <a:r>
              <a:rPr sz="1875" b="1">
                <a:solidFill>
                  <a:srgbClr val="1D2A5D"/>
                </a:solidFill>
                <a:latin typeface="Tahoma"/>
                <a:ea typeface="Tahoma"/>
                <a:cs typeface="Tahoma"/>
              </a:rPr>
              <a:t>ผล NPU, RAM และพลังงานบน RK3588 ยังต้องรอบอร์ด</a:t>
            </a:r>
          </a:p>
        </p:txBody>
      </p:sp>
      <p:sp>
        <p:nvSpPr>
          <p:cNvPr id="6" name="">
            <a:extLst xmlns:a="http://schemas.openxmlformats.org/drawingml/2006/main">
              <a:ext uri="{FF2B5EF4-FFF2-40B4-BE49-F238E27FC236}">
                <a16:creationId xmlns:a16="http://schemas.microsoft.com/office/drawing/2014/main" id="{C6F0573D-3307-415A-80FB-A919305FCB7E}"/>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00DC98-8754-4C75-9A81-39526D1CB180}"/>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8" name="">
            <a:extLst xmlns:a="http://schemas.openxmlformats.org/drawingml/2006/main">
              <a:ext uri="{FF2B5EF4-FFF2-40B4-BE49-F238E27FC236}">
                <a16:creationId xmlns:a16="http://schemas.microsoft.com/office/drawing/2014/main" id="{C284FE29-5FE1-4CB5-B32C-7A6DF8AFBA77}"/>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19</a:t>
            </a:r>
          </a:p>
        </p:txBody>
      </p:sp>
    </p:spTree>
    <p:extLst>
      <p:ext uri="{BB962C8B-B14F-4D97-AF65-F5344CB8AC3E}">
        <p14:creationId xmlns:p14="http://schemas.microsoft.com/office/powerpoint/2010/main" val="12172624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96F524-65E9-42CF-9438-CFF1FE402635}"/>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งานถัดไปจากผลนำร่อง</a:t>
            </a:r>
          </a:p>
        </p:txBody>
      </p:sp>
      <p:sp>
        <p:nvSpPr>
          <p:cNvPr id="3" name="TextBox 2">
            <a:extLst xmlns:a="http://schemas.openxmlformats.org/drawingml/2006/main">
              <a:ext uri="{FF2B5EF4-FFF2-40B4-BE49-F238E27FC236}">
                <a16:creationId xmlns:a16="http://schemas.microsoft.com/office/drawing/2014/main" id="{34C443CD-760B-4354-B772-210A7A91E129}"/>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ลำดับงานรักษาทิศทางของโครงงานทั้งระบบ</a:t>
            </a:r>
          </a:p>
        </p:txBody>
      </p:sp>
      <p:sp>
        <p:nvSpPr>
          <p:cNvPr id="4" name="Connector 3">
            <a:extLst xmlns:a="http://schemas.openxmlformats.org/drawingml/2006/main">
              <a:ext uri="{FF2B5EF4-FFF2-40B4-BE49-F238E27FC236}">
                <a16:creationId xmlns:a16="http://schemas.microsoft.com/office/drawing/2014/main" id="{7EF2AAB3-8741-4E2C-A78D-52253DD05D0B}"/>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D3307821-B4AF-447C-90C0-6C92806A008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E1FF9AEC-76B2-49A0-9AEE-29F61F4064C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20</a:t>
            </a:r>
          </a:p>
        </p:txBody>
      </p:sp>
      <p:sp>
        <p:nvSpPr>
          <p:cNvPr id="7" name="Rounded Rectangle 6">
            <a:extLst xmlns:a="http://schemas.openxmlformats.org/drawingml/2006/main">
              <a:ext uri="{FF2B5EF4-FFF2-40B4-BE49-F238E27FC236}">
                <a16:creationId xmlns:a16="http://schemas.microsoft.com/office/drawing/2014/main" id="{A8C0C646-4A5D-4790-8CF2-2319C7E0B339}"/>
              </a:ext>
            </a:extLst>
          </p:cNvPr>
          <p:cNvSpPr>
            <a:spLocks xmlns:a="http://schemas.openxmlformats.org/drawingml/2006/main" noGrp="1"/>
          </p:cNvSpPr>
          <p:nvPr/>
        </p:nvSpPr>
        <p:spPr>
          <a:xfrm xmlns:a="http://schemas.openxmlformats.org/drawingml/2006/main">
            <a:off x="841248" y="1545336"/>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6C36E40-BFD6-486F-AE73-256BE131E042}"/>
              </a:ext>
            </a:extLst>
          </p:cNvPr>
          <p:cNvSpPr>
            <a:spLocks xmlns:a="http://schemas.openxmlformats.org/drawingml/2006/main" noGrp="1"/>
          </p:cNvSpPr>
          <p:nvPr/>
        </p:nvSpPr>
        <p:spPr>
          <a:xfrm xmlns:a="http://schemas.openxmlformats.org/drawingml/2006/main">
            <a:off x="987552" y="1636776"/>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1</a:t>
            </a:r>
          </a:p>
        </p:txBody>
      </p:sp>
      <p:sp>
        <p:nvSpPr>
          <p:cNvPr id="9" name="TextBox 8">
            <a:extLst xmlns:a="http://schemas.openxmlformats.org/drawingml/2006/main">
              <a:ext uri="{FF2B5EF4-FFF2-40B4-BE49-F238E27FC236}">
                <a16:creationId xmlns:a16="http://schemas.microsoft.com/office/drawing/2014/main" id="{414F3C6C-E909-4035-A784-81132C072ACF}"/>
              </a:ext>
            </a:extLst>
          </p:cNvPr>
          <p:cNvSpPr>
            <a:spLocks xmlns:a="http://schemas.openxmlformats.org/drawingml/2006/main" noGrp="1"/>
          </p:cNvSpPr>
          <p:nvPr/>
        </p:nvSpPr>
        <p:spPr>
          <a:xfrm xmlns:a="http://schemas.openxmlformats.org/drawingml/2006/main">
            <a:off x="1609344" y="1536192"/>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แก้ชุดข้อมูล</a:t>
            </a:r>
          </a:p>
        </p:txBody>
      </p:sp>
      <p:sp>
        <p:nvSpPr>
          <p:cNvPr id="10" name="TextBox 9">
            <a:extLst xmlns:a="http://schemas.openxmlformats.org/drawingml/2006/main">
              <a:ext uri="{FF2B5EF4-FFF2-40B4-BE49-F238E27FC236}">
                <a16:creationId xmlns:a16="http://schemas.microsoft.com/office/drawing/2014/main" id="{F6E9F281-B7A8-44BB-8819-D0F932D1BA3A}"/>
              </a:ext>
            </a:extLst>
          </p:cNvPr>
          <p:cNvSpPr>
            <a:spLocks xmlns:a="http://schemas.openxmlformats.org/drawingml/2006/main" noGrp="1"/>
          </p:cNvSpPr>
          <p:nvPr/>
        </p:nvSpPr>
        <p:spPr>
          <a:xfrm xmlns:a="http://schemas.openxmlformats.org/drawingml/2006/main">
            <a:off x="3822191" y="1527048"/>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รับรองกรอบและกลุ่มธุรกรรม พร้อมเฉลย JSON สำหรับคะแนนเนื้อหา</a:t>
            </a:r>
          </a:p>
        </p:txBody>
      </p:sp>
      <p:sp>
        <p:nvSpPr>
          <p:cNvPr id="11" name="Rounded Rectangle 10">
            <a:extLst xmlns:a="http://schemas.openxmlformats.org/drawingml/2006/main">
              <a:ext uri="{FF2B5EF4-FFF2-40B4-BE49-F238E27FC236}">
                <a16:creationId xmlns:a16="http://schemas.microsoft.com/office/drawing/2014/main" id="{3A5D6E77-5B90-4434-98DA-5E8A81259438}"/>
              </a:ext>
            </a:extLst>
          </p:cNvPr>
          <p:cNvSpPr>
            <a:spLocks xmlns:a="http://schemas.openxmlformats.org/drawingml/2006/main" noGrp="1"/>
          </p:cNvSpPr>
          <p:nvPr/>
        </p:nvSpPr>
        <p:spPr>
          <a:xfrm xmlns:a="http://schemas.openxmlformats.org/drawingml/2006/main">
            <a:off x="841248" y="2514600"/>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6E7168A-1890-4CB5-A5E2-2B88EAD7DFBD}"/>
              </a:ext>
            </a:extLst>
          </p:cNvPr>
          <p:cNvSpPr>
            <a:spLocks xmlns:a="http://schemas.openxmlformats.org/drawingml/2006/main" noGrp="1"/>
          </p:cNvSpPr>
          <p:nvPr/>
        </p:nvSpPr>
        <p:spPr>
          <a:xfrm xmlns:a="http://schemas.openxmlformats.org/drawingml/2006/main">
            <a:off x="987552" y="2606040"/>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2</a:t>
            </a:r>
          </a:p>
        </p:txBody>
      </p:sp>
      <p:sp>
        <p:nvSpPr>
          <p:cNvPr id="13" name="TextBox 12">
            <a:extLst xmlns:a="http://schemas.openxmlformats.org/drawingml/2006/main">
              <a:ext uri="{FF2B5EF4-FFF2-40B4-BE49-F238E27FC236}">
                <a16:creationId xmlns:a16="http://schemas.microsoft.com/office/drawing/2014/main" id="{26E1B673-DC38-471A-B418-25167FBA4A74}"/>
              </a:ext>
            </a:extLst>
          </p:cNvPr>
          <p:cNvSpPr>
            <a:spLocks xmlns:a="http://schemas.openxmlformats.org/drawingml/2006/main" noGrp="1"/>
          </p:cNvSpPr>
          <p:nvPr/>
        </p:nvSpPr>
        <p:spPr>
          <a:xfrm xmlns:a="http://schemas.openxmlformats.org/drawingml/2006/main">
            <a:off x="1609344" y="2505456"/>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วัดแต่ละชั้น</a:t>
            </a:r>
          </a:p>
        </p:txBody>
      </p:sp>
      <p:sp>
        <p:nvSpPr>
          <p:cNvPr id="14" name="TextBox 13">
            <a:extLst xmlns:a="http://schemas.openxmlformats.org/drawingml/2006/main">
              <a:ext uri="{FF2B5EF4-FFF2-40B4-BE49-F238E27FC236}">
                <a16:creationId xmlns:a16="http://schemas.microsoft.com/office/drawing/2014/main" id="{027DEE63-C4D3-48D6-B07C-CB91C16AB45A}"/>
              </a:ext>
            </a:extLst>
          </p:cNvPr>
          <p:cNvSpPr>
            <a:spLocks xmlns:a="http://schemas.openxmlformats.org/drawingml/2006/main" noGrp="1"/>
          </p:cNvSpPr>
          <p:nvPr/>
        </p:nvSpPr>
        <p:spPr>
          <a:xfrm xmlns:a="http://schemas.openxmlformats.org/drawingml/2006/main">
            <a:off x="3822191" y="2496312"/>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เก็บภาพต่างฉากใหม่ แยกจากชุดพัฒนา แล้ววัดครบกระบวนการ</a:t>
            </a:r>
          </a:p>
        </p:txBody>
      </p:sp>
      <p:sp>
        <p:nvSpPr>
          <p:cNvPr id="15" name="Rounded Rectangle 14">
            <a:extLst xmlns:a="http://schemas.openxmlformats.org/drawingml/2006/main">
              <a:ext uri="{FF2B5EF4-FFF2-40B4-BE49-F238E27FC236}">
                <a16:creationId xmlns:a16="http://schemas.microsoft.com/office/drawing/2014/main" id="{57F47B25-1541-4577-A79F-21A164205939}"/>
              </a:ext>
            </a:extLst>
          </p:cNvPr>
          <p:cNvSpPr>
            <a:spLocks xmlns:a="http://schemas.openxmlformats.org/drawingml/2006/main" noGrp="1"/>
          </p:cNvSpPr>
          <p:nvPr/>
        </p:nvSpPr>
        <p:spPr>
          <a:xfrm xmlns:a="http://schemas.openxmlformats.org/drawingml/2006/main">
            <a:off x="841248" y="3483864"/>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E109D96-F797-4060-B784-F7CDF59FB12C}"/>
              </a:ext>
            </a:extLst>
          </p:cNvPr>
          <p:cNvSpPr>
            <a:spLocks xmlns:a="http://schemas.openxmlformats.org/drawingml/2006/main" noGrp="1"/>
          </p:cNvSpPr>
          <p:nvPr/>
        </p:nvSpPr>
        <p:spPr>
          <a:xfrm xmlns:a="http://schemas.openxmlformats.org/drawingml/2006/main">
            <a:off x="987552" y="3575304"/>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3</a:t>
            </a:r>
          </a:p>
        </p:txBody>
      </p:sp>
      <p:sp>
        <p:nvSpPr>
          <p:cNvPr id="17" name="TextBox 16">
            <a:extLst xmlns:a="http://schemas.openxmlformats.org/drawingml/2006/main">
              <a:ext uri="{FF2B5EF4-FFF2-40B4-BE49-F238E27FC236}">
                <a16:creationId xmlns:a16="http://schemas.microsoft.com/office/drawing/2014/main" id="{BC774A2D-457C-4E91-A5CB-8010197D8777}"/>
              </a:ext>
            </a:extLst>
          </p:cNvPr>
          <p:cNvSpPr>
            <a:spLocks xmlns:a="http://schemas.openxmlformats.org/drawingml/2006/main" noGrp="1"/>
          </p:cNvSpPr>
          <p:nvPr/>
        </p:nvSpPr>
        <p:spPr>
          <a:xfrm xmlns:a="http://schemas.openxmlformats.org/drawingml/2006/main">
            <a:off x="1609344" y="3474720"/>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ตรวจการส่งออก</a:t>
            </a:r>
          </a:p>
        </p:txBody>
      </p:sp>
      <p:sp>
        <p:nvSpPr>
          <p:cNvPr id="18" name="TextBox 17">
            <a:extLst xmlns:a="http://schemas.openxmlformats.org/drawingml/2006/main">
              <a:ext uri="{FF2B5EF4-FFF2-40B4-BE49-F238E27FC236}">
                <a16:creationId xmlns:a16="http://schemas.microsoft.com/office/drawing/2014/main" id="{6F01A45A-E084-4FDC-B881-E88DB844DE38}"/>
              </a:ext>
            </a:extLst>
          </p:cNvPr>
          <p:cNvSpPr>
            <a:spLocks xmlns:a="http://schemas.openxmlformats.org/drawingml/2006/main" noGrp="1"/>
          </p:cNvSpPr>
          <p:nvPr/>
        </p:nvSpPr>
        <p:spPr>
          <a:xfrm xmlns:a="http://schemas.openxmlformats.org/drawingml/2006/main">
            <a:off x="3822191" y="3465576"/>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คงผล RKNN บน PC และตรวจ SDK ก่อนทดลองบนอุปกรณ์จริง</a:t>
            </a:r>
          </a:p>
        </p:txBody>
      </p:sp>
      <p:sp>
        <p:nvSpPr>
          <p:cNvPr id="19" name="Rounded Rectangle 18">
            <a:extLst xmlns:a="http://schemas.openxmlformats.org/drawingml/2006/main">
              <a:ext uri="{FF2B5EF4-FFF2-40B4-BE49-F238E27FC236}">
                <a16:creationId xmlns:a16="http://schemas.microsoft.com/office/drawing/2014/main" id="{F0885A0B-7BA5-425A-9638-F43504C1FFBB}"/>
              </a:ext>
            </a:extLst>
          </p:cNvPr>
          <p:cNvSpPr>
            <a:spLocks xmlns:a="http://schemas.openxmlformats.org/drawingml/2006/main" noGrp="1"/>
          </p:cNvSpPr>
          <p:nvPr/>
        </p:nvSpPr>
        <p:spPr>
          <a:xfrm xmlns:a="http://schemas.openxmlformats.org/drawingml/2006/main">
            <a:off x="841248" y="4453128"/>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9DD2BDEE-5D7A-425C-B23A-1B4F347B9D0B}"/>
              </a:ext>
            </a:extLst>
          </p:cNvPr>
          <p:cNvSpPr>
            <a:spLocks xmlns:a="http://schemas.openxmlformats.org/drawingml/2006/main" noGrp="1"/>
          </p:cNvSpPr>
          <p:nvPr/>
        </p:nvSpPr>
        <p:spPr>
          <a:xfrm xmlns:a="http://schemas.openxmlformats.org/drawingml/2006/main">
            <a:off x="987552" y="4544568"/>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4</a:t>
            </a:r>
          </a:p>
        </p:txBody>
      </p:sp>
      <p:sp>
        <p:nvSpPr>
          <p:cNvPr id="21" name="TextBox 20">
            <a:extLst xmlns:a="http://schemas.openxmlformats.org/drawingml/2006/main">
              <a:ext uri="{FF2B5EF4-FFF2-40B4-BE49-F238E27FC236}">
                <a16:creationId xmlns:a16="http://schemas.microsoft.com/office/drawing/2014/main" id="{03A2ACC5-0353-4B9F-B379-D180029F8700}"/>
              </a:ext>
            </a:extLst>
          </p:cNvPr>
          <p:cNvSpPr>
            <a:spLocks xmlns:a="http://schemas.openxmlformats.org/drawingml/2006/main" noGrp="1"/>
          </p:cNvSpPr>
          <p:nvPr/>
        </p:nvSpPr>
        <p:spPr>
          <a:xfrm xmlns:a="http://schemas.openxmlformats.org/drawingml/2006/main">
            <a:off x="1609344" y="4443984"/>
            <a:ext cx="2240280" cy="5765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ระบบและ</a:t>
            </a:r>
          </a:p>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ฮาร์ดแวร์</a:t>
            </a:r>
          </a:p>
        </p:txBody>
      </p:sp>
      <p:sp>
        <p:nvSpPr>
          <p:cNvPr id="22" name="TextBox 21">
            <a:extLst xmlns:a="http://schemas.openxmlformats.org/drawingml/2006/main">
              <a:ext uri="{FF2B5EF4-FFF2-40B4-BE49-F238E27FC236}">
                <a16:creationId xmlns:a16="http://schemas.microsoft.com/office/drawing/2014/main" id="{1990A6E0-41A2-488A-A46E-79E15A483365}"/>
              </a:ext>
            </a:extLst>
          </p:cNvPr>
          <p:cNvSpPr>
            <a:spLocks xmlns:a="http://schemas.openxmlformats.org/drawingml/2006/main" noGrp="1"/>
          </p:cNvSpPr>
          <p:nvPr/>
        </p:nvSpPr>
        <p:spPr>
          <a:xfrm xmlns:a="http://schemas.openxmlformats.org/drawingml/2006/main">
            <a:off x="3822191" y="4434840"/>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เดโม MQTT เชื่อมได้แล้ว เพิ่มการประเมินกับผู้ใช้เมื่อพร้อม</a:t>
            </a:r>
          </a:p>
        </p:txBody>
      </p:sp>
      <p:sp>
        <p:nvSpPr>
          <p:cNvPr id="23" name="TextBox 22">
            <a:extLst xmlns:a="http://schemas.openxmlformats.org/drawingml/2006/main">
              <a:ext uri="{FF2B5EF4-FFF2-40B4-BE49-F238E27FC236}">
                <a16:creationId xmlns:a16="http://schemas.microsoft.com/office/drawing/2014/main" id="{370A2940-1A99-4139-B8FD-07B7224EA754}"/>
              </a:ext>
            </a:extLst>
          </p:cNvPr>
          <p:cNvSpPr>
            <a:spLocks xmlns:a="http://schemas.openxmlformats.org/drawingml/2006/main" noGrp="1"/>
          </p:cNvSpPr>
          <p:nvPr/>
        </p:nvSpPr>
        <p:spPr>
          <a:xfrm xmlns:a="http://schemas.openxmlformats.org/drawingml/2006/main">
            <a:off x="859536" y="5632704"/>
            <a:ext cx="1051560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อุปกรณ์เป้าหมายในระยะขอยืม: RK3588; จะวัด NPU จริงหลังได้รับบอร์ดและยืนยัน SDK</a:t>
            </a:r>
          </a:p>
        </p:txBody>
      </p:sp>
    </p:spTree>
    <p:extLst>
      <p:ext uri="{BB962C8B-B14F-4D97-AF65-F5344CB8AC3E}">
        <p14:creationId xmlns:p14="http://schemas.microsoft.com/office/powerpoint/2010/main" val="1783778658"/>
      </p:ext>
    </p:extLst>
  </p:cSld>
</p:sld>
</file>

<file path=ppt/slides/slide21.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1530988-4B80-4DD1-B09C-8D59ABF72EF3}"/>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สรุปความก้าวหน้า</a:t>
            </a:r>
          </a:p>
        </p:txBody>
      </p:sp>
      <p:sp>
        <p:nvSpPr>
          <p:cNvPr id="3" name="TextBox 2">
            <a:extLst xmlns:a="http://schemas.openxmlformats.org/drawingml/2006/main">
              <a:ext uri="{FF2B5EF4-FFF2-40B4-BE49-F238E27FC236}">
                <a16:creationId xmlns:a16="http://schemas.microsoft.com/office/drawing/2014/main" id="{C1C25FB3-66E0-482E-A9C7-75A4F325F9FF}"/>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จากการทบทวนวรรณกรรมสู่หลักฐานทดลองนำร่อง</a:t>
            </a:r>
          </a:p>
        </p:txBody>
      </p:sp>
      <p:sp>
        <p:nvSpPr>
          <p:cNvPr id="4" name="Connector 3">
            <a:extLst xmlns:a="http://schemas.openxmlformats.org/drawingml/2006/main">
              <a:ext uri="{FF2B5EF4-FFF2-40B4-BE49-F238E27FC236}">
                <a16:creationId xmlns:a16="http://schemas.microsoft.com/office/drawing/2014/main" id="{BC42C5B0-BCBC-43A7-9406-629A626FDD21}"/>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E8681760-029E-434C-9276-9634A25C96E6}"/>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FFFFFF"/>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BB0BDC3D-B592-42D2-A6CC-2383574724B7}"/>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buNone/>
              <a:defRPr sz="900">
                <a:solidFill>
                  <a:srgbClr val="FFFFFF"/>
                </a:solidFill>
                <a:latin typeface="Tahoma"/>
                <a:ea typeface="Tahoma"/>
                <a:cs typeface="Tahoma"/>
              </a:defRPr>
            </a:lvl1pPr>
            <a:lvl2pPr algn="r">
              <a:buNone/>
              <a:defRPr sz="900">
                <a:solidFill>
                  <a:srgbClr val="FFFFFF"/>
                </a:solidFill>
                <a:latin typeface="Tahoma"/>
                <a:ea typeface="Tahoma"/>
                <a:cs typeface="Tahoma"/>
              </a:defRPr>
            </a:lvl2pPr>
            <a:lvl3pPr algn="r">
              <a:buNone/>
              <a:defRPr sz="900">
                <a:solidFill>
                  <a:srgbClr val="FFFFFF"/>
                </a:solidFill>
                <a:latin typeface="Tahoma"/>
                <a:ea typeface="Tahoma"/>
                <a:cs typeface="Tahoma"/>
              </a:defRPr>
            </a:lvl3pPr>
            <a:lvl4pPr algn="r">
              <a:buNone/>
              <a:defRPr sz="900">
                <a:solidFill>
                  <a:srgbClr val="FFFFFF"/>
                </a:solidFill>
                <a:latin typeface="Tahoma"/>
                <a:ea typeface="Tahoma"/>
                <a:cs typeface="Tahoma"/>
              </a:defRPr>
            </a:lvl4pPr>
            <a:lvl5pPr algn="r">
              <a:buNone/>
              <a:defRPr sz="900">
                <a:solidFill>
                  <a:srgbClr val="FFFFFF"/>
                </a:solidFill>
                <a:latin typeface="Tahoma"/>
                <a:ea typeface="Tahoma"/>
                <a:cs typeface="Tahoma"/>
              </a:defRPr>
            </a:lvl5pPr>
            <a:lvl6pPr algn="r">
              <a:buNone/>
              <a:defRPr sz="900">
                <a:solidFill>
                  <a:srgbClr val="FFFFFF"/>
                </a:solidFill>
                <a:latin typeface="Tahoma"/>
                <a:ea typeface="Tahoma"/>
                <a:cs typeface="Tahoma"/>
              </a:defRPr>
            </a:lvl6pPr>
            <a:lvl7pPr algn="r">
              <a:buNone/>
              <a:defRPr sz="900">
                <a:solidFill>
                  <a:srgbClr val="FFFFFF"/>
                </a:solidFill>
                <a:latin typeface="Tahoma"/>
                <a:ea typeface="Tahoma"/>
                <a:cs typeface="Tahoma"/>
              </a:defRPr>
            </a:lvl7pPr>
            <a:lvl8pPr algn="r">
              <a:buNone/>
              <a:defRPr sz="900">
                <a:solidFill>
                  <a:srgbClr val="FFFFFF"/>
                </a:solidFill>
                <a:latin typeface="Tahoma"/>
                <a:ea typeface="Tahoma"/>
                <a:cs typeface="Tahoma"/>
              </a:defRPr>
            </a:lvl8pPr>
            <a:lvl9pPr algn="r">
              <a:buNone/>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21</a:t>
            </a:r>
          </a:p>
        </p:txBody>
      </p:sp>
      <p:sp>
        <p:nvSpPr>
          <p:cNvPr id="7" name="TextBox 6">
            <a:extLst xmlns:a="http://schemas.openxmlformats.org/drawingml/2006/main">
              <a:ext uri="{FF2B5EF4-FFF2-40B4-BE49-F238E27FC236}">
                <a16:creationId xmlns:a16="http://schemas.microsoft.com/office/drawing/2014/main" id="{914825C4-A020-4AA7-9E51-C749F0855547}"/>
              </a:ext>
            </a:extLst>
          </p:cNvPr>
          <p:cNvSpPr>
            <a:spLocks xmlns:a="http://schemas.openxmlformats.org/drawingml/2006/main" noGrp="1"/>
          </p:cNvSpPr>
          <p:nvPr/>
        </p:nvSpPr>
        <p:spPr>
          <a:xfrm xmlns:a="http://schemas.openxmlformats.org/drawingml/2006/main">
            <a:off x="896112" y="1874519"/>
            <a:ext cx="10424160" cy="6766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กรอบระบบ e-Senses และ pipeline สามชั้นยังเป็นเป้าหมายหลักของโครงงาน</a:t>
            </a:r>
          </a:p>
        </p:txBody>
      </p:sp>
      <p:sp>
        <p:nvSpPr>
          <p:cNvPr id="8" name="TextBox 7">
            <a:extLst xmlns:a="http://schemas.openxmlformats.org/drawingml/2006/main">
              <a:ext uri="{FF2B5EF4-FFF2-40B4-BE49-F238E27FC236}">
                <a16:creationId xmlns:a16="http://schemas.microsoft.com/office/drawing/2014/main" id="{24D1477F-F6E7-4729-9260-1CF9A7776761}"/>
              </a:ext>
            </a:extLst>
          </p:cNvPr>
          <p:cNvSpPr>
            <a:spLocks xmlns:a="http://schemas.openxmlformats.org/drawingml/2006/main" noGrp="1"/>
          </p:cNvSpPr>
          <p:nvPr/>
        </p:nvSpPr>
        <p:spPr>
          <a:xfrm xmlns:a="http://schemas.openxmlformats.org/drawingml/2006/main">
            <a:off x="905256" y="2916936"/>
            <a:ext cx="10369296" cy="10617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a:solidFill>
                  <a:srgbClr val="FFFFFF"/>
                </a:solidFill>
                <a:latin typeface="Tahoma"/>
                <a:ea typeface="Tahoma"/>
                <a:cs typeface="Tahoma"/>
              </a:defRPr>
            </a:defPPr>
            <a:lvl1pPr algn="l">
              <a:buNone/>
              <a:defRPr sz="2100">
                <a:solidFill>
                  <a:srgbClr val="FFFFFF"/>
                </a:solidFill>
                <a:latin typeface="Tahoma"/>
                <a:ea typeface="Tahoma"/>
                <a:cs typeface="Tahoma"/>
              </a:defRPr>
            </a:lvl1pPr>
            <a:lvl2pPr algn="l">
              <a:buNone/>
              <a:defRPr sz="2100">
                <a:solidFill>
                  <a:srgbClr val="FFFFFF"/>
                </a:solidFill>
                <a:latin typeface="Tahoma"/>
                <a:ea typeface="Tahoma"/>
                <a:cs typeface="Tahoma"/>
              </a:defRPr>
            </a:lvl2pPr>
            <a:lvl3pPr algn="l">
              <a:buNone/>
              <a:defRPr sz="2100">
                <a:solidFill>
                  <a:srgbClr val="FFFFFF"/>
                </a:solidFill>
                <a:latin typeface="Tahoma"/>
                <a:ea typeface="Tahoma"/>
                <a:cs typeface="Tahoma"/>
              </a:defRPr>
            </a:lvl3pPr>
            <a:lvl4pPr algn="l">
              <a:buNone/>
              <a:defRPr sz="2100">
                <a:solidFill>
                  <a:srgbClr val="FFFFFF"/>
                </a:solidFill>
                <a:latin typeface="Tahoma"/>
                <a:ea typeface="Tahoma"/>
                <a:cs typeface="Tahoma"/>
              </a:defRPr>
            </a:lvl4pPr>
            <a:lvl5pPr algn="l">
              <a:buNone/>
              <a:defRPr sz="2100">
                <a:solidFill>
                  <a:srgbClr val="FFFFFF"/>
                </a:solidFill>
                <a:latin typeface="Tahoma"/>
                <a:ea typeface="Tahoma"/>
                <a:cs typeface="Tahoma"/>
              </a:defRPr>
            </a:lvl5pPr>
            <a:lvl6pPr algn="l">
              <a:buNone/>
              <a:defRPr sz="2100">
                <a:solidFill>
                  <a:srgbClr val="FFFFFF"/>
                </a:solidFill>
                <a:latin typeface="Tahoma"/>
                <a:ea typeface="Tahoma"/>
                <a:cs typeface="Tahoma"/>
              </a:defRPr>
            </a:lvl6pPr>
            <a:lvl7pPr algn="l">
              <a:buNone/>
              <a:defRPr sz="2100">
                <a:solidFill>
                  <a:srgbClr val="FFFFFF"/>
                </a:solidFill>
                <a:latin typeface="Tahoma"/>
                <a:ea typeface="Tahoma"/>
                <a:cs typeface="Tahoma"/>
              </a:defRPr>
            </a:lvl7pPr>
            <a:lvl8pPr algn="l">
              <a:buNone/>
              <a:defRPr sz="2100">
                <a:solidFill>
                  <a:srgbClr val="FFFFFF"/>
                </a:solidFill>
                <a:latin typeface="Tahoma"/>
                <a:ea typeface="Tahoma"/>
                <a:cs typeface="Tahoma"/>
              </a:defRPr>
            </a:lvl8pPr>
            <a:lvl9pPr algn="l">
              <a:buNone/>
              <a:defRPr sz="2100">
                <a:solidFill>
                  <a:srgbClr val="FFFFFF"/>
                </a:solidFill>
                <a:latin typeface="Tahoma"/>
                <a:ea typeface="Tahoma"/>
                <a:cs typeface="Tahoma"/>
              </a:defRPr>
            </a:lvl9pPr>
          </a:lstStyle>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ชุดภาพ 59 ภาพ มีข้อความหนึ่งรอบ 59 ภาพ</a:t>
            </a:r>
          </a:p>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มีผล OCR, รูปแบบ JSON และเดโม PC ถึง Home Assistant</a:t>
            </a:r>
          </a:p>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เนื้อหา JSON / ภาพต่างฉากใหม่: ยังไม่ได้ทดลอง</a:t>
            </a:r>
          </a:p>
        </p:txBody>
      </p:sp>
      <p:sp>
        <p:nvSpPr>
          <p:cNvPr id="9" name="Connector 8">
            <a:extLst xmlns:a="http://schemas.openxmlformats.org/drawingml/2006/main">
              <a:ext uri="{FF2B5EF4-FFF2-40B4-BE49-F238E27FC236}">
                <a16:creationId xmlns:a16="http://schemas.microsoft.com/office/drawing/2014/main" id="{4F2E4C9C-0508-4A1F-BD51-B310185F26B3}"/>
              </a:ext>
            </a:extLst>
          </p:cNvPr>
          <p:cNvSpPr>
            <a:spLocks xmlns:a="http://schemas.openxmlformats.org/drawingml/2006/main" noGrp="1"/>
          </p:cNvSpPr>
          <p:nvPr/>
        </p:nvSpPr>
        <p:spPr>
          <a:xfrm xmlns:a="http://schemas.openxmlformats.org/drawingml/2006/main">
            <a:off x="896112" y="5047488"/>
            <a:ext cx="3803904"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39A9FB60-1D37-443D-A6A7-E656B442D3D9}"/>
              </a:ext>
            </a:extLst>
          </p:cNvPr>
          <p:cNvSpPr>
            <a:spLocks xmlns:a="http://schemas.openxmlformats.org/drawingml/2006/main" noGrp="1"/>
          </p:cNvSpPr>
          <p:nvPr/>
        </p:nvSpPr>
        <p:spPr>
          <a:xfrm xmlns:a="http://schemas.openxmlformats.org/drawingml/2006/main">
            <a:off x="905256" y="5340096"/>
            <a:ext cx="9875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400" b="1">
                <a:solidFill>
                  <a:srgbClr val="FFFFFF"/>
                </a:solidFill>
                <a:latin typeface="Tahoma"/>
                <a:ea typeface="Tahoma"/>
                <a:cs typeface="Tahoma"/>
              </a:defRPr>
            </a:defPPr>
            <a:lvl1pPr algn="l">
              <a:buNone/>
              <a:defRPr sz="2400" b="1">
                <a:solidFill>
                  <a:srgbClr val="FFFFFF"/>
                </a:solidFill>
                <a:latin typeface="Tahoma"/>
                <a:ea typeface="Tahoma"/>
                <a:cs typeface="Tahoma"/>
              </a:defRPr>
            </a:lvl1pPr>
            <a:lvl2pPr algn="l">
              <a:buNone/>
              <a:defRPr sz="2400" b="1">
                <a:solidFill>
                  <a:srgbClr val="FFFFFF"/>
                </a:solidFill>
                <a:latin typeface="Tahoma"/>
                <a:ea typeface="Tahoma"/>
                <a:cs typeface="Tahoma"/>
              </a:defRPr>
            </a:lvl2pPr>
            <a:lvl3pPr algn="l">
              <a:buNone/>
              <a:defRPr sz="2400" b="1">
                <a:solidFill>
                  <a:srgbClr val="FFFFFF"/>
                </a:solidFill>
                <a:latin typeface="Tahoma"/>
                <a:ea typeface="Tahoma"/>
                <a:cs typeface="Tahoma"/>
              </a:defRPr>
            </a:lvl3pPr>
            <a:lvl4pPr algn="l">
              <a:buNone/>
              <a:defRPr sz="2400" b="1">
                <a:solidFill>
                  <a:srgbClr val="FFFFFF"/>
                </a:solidFill>
                <a:latin typeface="Tahoma"/>
                <a:ea typeface="Tahoma"/>
                <a:cs typeface="Tahoma"/>
              </a:defRPr>
            </a:lvl4pPr>
            <a:lvl5pPr algn="l">
              <a:buNone/>
              <a:defRPr sz="2400" b="1">
                <a:solidFill>
                  <a:srgbClr val="FFFFFF"/>
                </a:solidFill>
                <a:latin typeface="Tahoma"/>
                <a:ea typeface="Tahoma"/>
                <a:cs typeface="Tahoma"/>
              </a:defRPr>
            </a:lvl5pPr>
            <a:lvl6pPr algn="l">
              <a:buNone/>
              <a:defRPr sz="2400" b="1">
                <a:solidFill>
                  <a:srgbClr val="FFFFFF"/>
                </a:solidFill>
                <a:latin typeface="Tahoma"/>
                <a:ea typeface="Tahoma"/>
                <a:cs typeface="Tahoma"/>
              </a:defRPr>
            </a:lvl6pPr>
            <a:lvl7pPr algn="l">
              <a:buNone/>
              <a:defRPr sz="2400" b="1">
                <a:solidFill>
                  <a:srgbClr val="FFFFFF"/>
                </a:solidFill>
                <a:latin typeface="Tahoma"/>
                <a:ea typeface="Tahoma"/>
                <a:cs typeface="Tahoma"/>
              </a:defRPr>
            </a:lvl7pPr>
            <a:lvl8pPr algn="l">
              <a:buNone/>
              <a:defRPr sz="2400" b="1">
                <a:solidFill>
                  <a:srgbClr val="FFFFFF"/>
                </a:solidFill>
                <a:latin typeface="Tahoma"/>
                <a:ea typeface="Tahoma"/>
                <a:cs typeface="Tahoma"/>
              </a:defRPr>
            </a:lvl8pPr>
            <a:lvl9pPr algn="l">
              <a:buNone/>
              <a:defRPr sz="2400" b="1">
                <a:solidFill>
                  <a:srgbClr val="FFFFFF"/>
                </a:solidFill>
                <a:latin typeface="Tahoma"/>
                <a:ea typeface="Tahoma"/>
                <a:cs typeface="Tahoma"/>
              </a:defRPr>
            </a:lvl9pPr>
          </a:lstStyle>
          <a:p xmlns:a="http://schemas.openxmlformats.org/drawingml/2006/main">
            <a:pPr algn="l">
              <a:spcAft>
                <a:spcPts val="400"/>
              </a:spcAft>
              <a:buNone/>
              <a:defRPr sz="2400" b="1">
                <a:solidFill>
                  <a:srgbClr val="FFFFFF"/>
                </a:solidFill>
                <a:latin typeface="Tahoma"/>
                <a:ea typeface="Tahoma"/>
                <a:cs typeface="Tahoma"/>
              </a:defRPr>
            </a:pPr>
            <a:r>
              <a:rPr sz="2400" b="1">
                <a:solidFill>
                  <a:srgbClr val="FFFFFF"/>
                </a:solidFill>
                <a:latin typeface="Tahoma"/>
                <a:ea typeface="Tahoma"/>
                <a:cs typeface="Tahoma"/>
              </a:rPr>
              <a:t>ขอบคุณผู้ฟังครับ   Q&amp;A</a:t>
            </a:r>
          </a:p>
        </p:txBody>
      </p:sp>
    </p:spTree>
    <p:extLst>
      <p:ext uri="{BB962C8B-B14F-4D97-AF65-F5344CB8AC3E}">
        <p14:creationId xmlns:p14="http://schemas.microsoft.com/office/powerpoint/2010/main" val="52273165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2026-10-26T11:42:06.9130000Z</dcterms:created>
  <dcterms:modified xsi:type="dcterms:W3CDTF">2026-10-26T11:42:06.9130000Z</dcterms:modified>
</coreProperties>
</file>